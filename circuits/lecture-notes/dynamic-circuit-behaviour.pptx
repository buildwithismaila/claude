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80"/>
  </p:notesMasterIdLst>
  <p:handoutMasterIdLst>
    <p:handoutMasterId r:id="rId81"/>
  </p:handoutMasterIdLst>
  <p:sldIdLst>
    <p:sldId id="256" r:id="rId2"/>
    <p:sldId id="257" r:id="rId3"/>
    <p:sldId id="259" r:id="rId4"/>
    <p:sldId id="260" r:id="rId5"/>
    <p:sldId id="261" r:id="rId6"/>
    <p:sldId id="262" r:id="rId7"/>
    <p:sldId id="263" r:id="rId8"/>
    <p:sldId id="264" r:id="rId9"/>
    <p:sldId id="265" r:id="rId10"/>
    <p:sldId id="268" r:id="rId11"/>
    <p:sldId id="270" r:id="rId12"/>
    <p:sldId id="271" r:id="rId13"/>
    <p:sldId id="272" r:id="rId14"/>
    <p:sldId id="273" r:id="rId15"/>
    <p:sldId id="274" r:id="rId16"/>
    <p:sldId id="277" r:id="rId17"/>
    <p:sldId id="278" r:id="rId18"/>
    <p:sldId id="279" r:id="rId19"/>
    <p:sldId id="280" r:id="rId20"/>
    <p:sldId id="281" r:id="rId21"/>
    <p:sldId id="282" r:id="rId22"/>
    <p:sldId id="284" r:id="rId23"/>
    <p:sldId id="285" r:id="rId24"/>
    <p:sldId id="286" r:id="rId25"/>
    <p:sldId id="287" r:id="rId26"/>
    <p:sldId id="338" r:id="rId27"/>
    <p:sldId id="339" r:id="rId28"/>
    <p:sldId id="349" r:id="rId29"/>
    <p:sldId id="340" r:id="rId30"/>
    <p:sldId id="341" r:id="rId31"/>
    <p:sldId id="350" r:id="rId32"/>
    <p:sldId id="351" r:id="rId33"/>
    <p:sldId id="267" r:id="rId34"/>
    <p:sldId id="353" r:id="rId35"/>
    <p:sldId id="358" r:id="rId36"/>
    <p:sldId id="354" r:id="rId37"/>
    <p:sldId id="355" r:id="rId38"/>
    <p:sldId id="335" r:id="rId39"/>
    <p:sldId id="331" r:id="rId40"/>
    <p:sldId id="291" r:id="rId41"/>
    <p:sldId id="292" r:id="rId42"/>
    <p:sldId id="293" r:id="rId43"/>
    <p:sldId id="294" r:id="rId44"/>
    <p:sldId id="295" r:id="rId45"/>
    <p:sldId id="356" r:id="rId46"/>
    <p:sldId id="306" r:id="rId47"/>
    <p:sldId id="307" r:id="rId48"/>
    <p:sldId id="308" r:id="rId49"/>
    <p:sldId id="309" r:id="rId50"/>
    <p:sldId id="311" r:id="rId51"/>
    <p:sldId id="310" r:id="rId52"/>
    <p:sldId id="357" r:id="rId53"/>
    <p:sldId id="296" r:id="rId54"/>
    <p:sldId id="297" r:id="rId55"/>
    <p:sldId id="298" r:id="rId56"/>
    <p:sldId id="299" r:id="rId57"/>
    <p:sldId id="300" r:id="rId58"/>
    <p:sldId id="301" r:id="rId59"/>
    <p:sldId id="302" r:id="rId60"/>
    <p:sldId id="303" r:id="rId61"/>
    <p:sldId id="304" r:id="rId62"/>
    <p:sldId id="305" r:id="rId63"/>
    <p:sldId id="336" r:id="rId64"/>
    <p:sldId id="312" r:id="rId65"/>
    <p:sldId id="313" r:id="rId66"/>
    <p:sldId id="314" r:id="rId67"/>
    <p:sldId id="315" r:id="rId68"/>
    <p:sldId id="316" r:id="rId69"/>
    <p:sldId id="317" r:id="rId70"/>
    <p:sldId id="318" r:id="rId71"/>
    <p:sldId id="319" r:id="rId72"/>
    <p:sldId id="320" r:id="rId73"/>
    <p:sldId id="321" r:id="rId74"/>
    <p:sldId id="322" r:id="rId75"/>
    <p:sldId id="332" r:id="rId76"/>
    <p:sldId id="333" r:id="rId77"/>
    <p:sldId id="325" r:id="rId78"/>
    <p:sldId id="326" r:id="rId7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kayat Yusuf"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4" autoAdjust="0"/>
    <p:restoredTop sz="85607" autoAdjust="0"/>
  </p:normalViewPr>
  <p:slideViewPr>
    <p:cSldViewPr>
      <p:cViewPr varScale="1">
        <p:scale>
          <a:sx n="59" d="100"/>
          <a:sy n="59" d="100"/>
        </p:scale>
        <p:origin x="173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viewProps" Target="viewProps.xml" /><Relationship Id="rId7" Type="http://schemas.openxmlformats.org/officeDocument/2006/relationships/slide" Target="slides/slide6.xml" /><Relationship Id="rId71" Type="http://schemas.openxmlformats.org/officeDocument/2006/relationships/slide" Target="slides/slide70.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commentAuthors" Target="commentAuthors.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notesMaster" Target="notesMasters/notesMaster1.xml" /><Relationship Id="rId85" Type="http://schemas.openxmlformats.org/officeDocument/2006/relationships/theme" Target="theme/theme1.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handoutMaster" Target="handoutMasters/handoutMaster1.xml" /><Relationship Id="rId86" Type="http://schemas.openxmlformats.org/officeDocument/2006/relationships/tableStyles" Target="tableStyle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AD34D3-DB24-4069-AF2B-AB0B021FBBB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A3B5FF86-1F2D-04FF-E369-ACE6D23AA4E0}"/>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380AC485-7000-4738-89FC-F0E31DDCAB13}" type="datetimeFigureOut">
              <a:rPr lang="en-US"/>
              <a:pPr>
                <a:defRPr/>
              </a:pPr>
              <a:t>9/11/2026</a:t>
            </a:fld>
            <a:endParaRPr lang="en-US"/>
          </a:p>
        </p:txBody>
      </p:sp>
      <p:sp>
        <p:nvSpPr>
          <p:cNvPr id="4" name="Footer Placeholder 3">
            <a:extLst>
              <a:ext uri="{FF2B5EF4-FFF2-40B4-BE49-F238E27FC236}">
                <a16:creationId xmlns:a16="http://schemas.microsoft.com/office/drawing/2014/main" id="{D6E4C2FF-19D1-076A-81C9-5C01C551CF2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DAC5A3A2-F43D-27C9-C6D5-E9E4FA439C5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3C6E172F-C288-4341-AA68-515EA5B3DD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922B1A-D982-3101-54F6-27C9C833CD9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BB8F2ED2-719B-E877-06EB-0A6D0D965E28}"/>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A7FC5DFF-1433-427E-AD9D-4CCFCE70BD08}" type="datetimeFigureOut">
              <a:rPr lang="en-US"/>
              <a:pPr>
                <a:defRPr/>
              </a:pPr>
              <a:t>9/11/2026</a:t>
            </a:fld>
            <a:endParaRPr lang="en-US"/>
          </a:p>
        </p:txBody>
      </p:sp>
      <p:sp>
        <p:nvSpPr>
          <p:cNvPr id="4" name="Slide Image Placeholder 3">
            <a:extLst>
              <a:ext uri="{FF2B5EF4-FFF2-40B4-BE49-F238E27FC236}">
                <a16:creationId xmlns:a16="http://schemas.microsoft.com/office/drawing/2014/main" id="{4BD5485F-AAC0-F8B2-1F63-780D429F592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205C2E1-D5B4-8901-3E13-D5660351725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8BB33C8-D7B4-A2CC-640A-7CCB4BD31C6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3CADE2FD-63AF-8A0B-8A9B-7279D660D37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E3D27744-4D27-4D1D-911B-056FCA2681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942A52F-344D-279A-5706-FBE33A96C2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2BC999CC-0539-A90C-343A-B02933DBEE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DD27F745-21D4-27F5-E353-F3D826155E2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9DD684A9-900F-277A-8DBD-BD1DE1A99A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eaLnBrk="1" hangingPunct="1">
              <a:buFont typeface="Wingdings 2" panose="05020102010507070707" pitchFamily="18" charset="2"/>
              <a:buChar char=""/>
            </a:pPr>
            <a:r>
              <a:rPr lang="en-US" altLang="en-US">
                <a:latin typeface="Times New Roman" panose="02020603050405020304" pitchFamily="18" charset="0"/>
              </a:rPr>
              <a:t>Capacitors are used extensively in electronics, communications, computers, and power systems. </a:t>
            </a:r>
          </a:p>
          <a:p>
            <a:pPr algn="just" eaLnBrk="1" hangingPunct="1">
              <a:buFont typeface="Wingdings 2" panose="05020102010507070707" pitchFamily="18" charset="2"/>
              <a:buChar char=""/>
            </a:pPr>
            <a:r>
              <a:rPr lang="en-US" altLang="en-US">
                <a:latin typeface="Times New Roman" panose="02020603050405020304" pitchFamily="18" charset="0"/>
              </a:rPr>
              <a:t>For example, they are used in the tuning circuits of radio receivers and as dynamic memory elements in computer systems.</a:t>
            </a:r>
            <a:endParaRPr lang="en-US" altLang="en-US"/>
          </a:p>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43C13A0-1158-5594-9FE9-BA4BCC6F28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520B0912-5B4C-8A38-2195-C69BF381FF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B6F39648-6CB0-2AE3-8F4B-CE2B722BFF6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343B56BB-2B87-80C2-E994-6DEBD5726D9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097BA64C-2B6D-FB50-76A3-EE617BDEF6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CCB679-D21F-4D0F-A907-2C976EFC7272}" type="slidenum">
              <a:rPr lang="en-US" altLang="en-US" smtClean="0">
                <a:latin typeface="Calibri" panose="020F0502020204030204" pitchFamily="34" charset="0"/>
              </a:rPr>
              <a:pPr/>
              <a:t>28</a:t>
            </a:fld>
            <a:endParaRPr lang="en-US" altLang="en-US">
              <a:latin typeface="Calibri" panose="020F0502020204030204" pitchFamily="34" charset="0"/>
            </a:endParaRPr>
          </a:p>
        </p:txBody>
      </p:sp>
      <p:sp>
        <p:nvSpPr>
          <p:cNvPr id="47107" name="Rectangle 1026">
            <a:extLst>
              <a:ext uri="{FF2B5EF4-FFF2-40B4-BE49-F238E27FC236}">
                <a16:creationId xmlns:a16="http://schemas.microsoft.com/office/drawing/2014/main" id="{47D65A95-3B29-C99A-B521-82889EE27A5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1027">
            <a:extLst>
              <a:ext uri="{FF2B5EF4-FFF2-40B4-BE49-F238E27FC236}">
                <a16:creationId xmlns:a16="http://schemas.microsoft.com/office/drawing/2014/main" id="{2B57A377-0FBA-3B7F-AAE0-AE7626D289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30BC8A49-1476-3AB2-8E7A-FD369BC8FF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C0EB9B-A156-4C54-B0FC-4FF789BF9130}" type="slidenum">
              <a:rPr lang="en-US" altLang="en-US" smtClean="0">
                <a:latin typeface="Calibri" panose="020F0502020204030204" pitchFamily="34" charset="0"/>
              </a:rPr>
              <a:pPr/>
              <a:t>31</a:t>
            </a:fld>
            <a:endParaRPr lang="en-US" altLang="en-US">
              <a:latin typeface="Calibri" panose="020F0502020204030204" pitchFamily="34" charset="0"/>
            </a:endParaRPr>
          </a:p>
        </p:txBody>
      </p:sp>
      <p:sp>
        <p:nvSpPr>
          <p:cNvPr id="51203" name="Rectangle 2">
            <a:extLst>
              <a:ext uri="{FF2B5EF4-FFF2-40B4-BE49-F238E27FC236}">
                <a16:creationId xmlns:a16="http://schemas.microsoft.com/office/drawing/2014/main" id="{D9EFC0FE-AF60-327D-EB75-EB550CE61F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a:extLst>
              <a:ext uri="{FF2B5EF4-FFF2-40B4-BE49-F238E27FC236}">
                <a16:creationId xmlns:a16="http://schemas.microsoft.com/office/drawing/2014/main" id="{A56B71BF-7294-0392-F79D-89428B909F1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BBCF6C6-DB8C-A085-E988-CD05FEAA08F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A60E11-431D-42A7-9FB7-11652A01F407}" type="slidenum">
              <a:rPr lang="en-US" altLang="en-US" smtClean="0">
                <a:latin typeface="Calibri" panose="020F0502020204030204" pitchFamily="34" charset="0"/>
              </a:rPr>
              <a:pPr/>
              <a:t>32</a:t>
            </a:fld>
            <a:endParaRPr lang="en-US" altLang="en-US">
              <a:latin typeface="Calibri" panose="020F0502020204030204" pitchFamily="34" charset="0"/>
            </a:endParaRPr>
          </a:p>
        </p:txBody>
      </p:sp>
      <p:sp>
        <p:nvSpPr>
          <p:cNvPr id="53251" name="Rectangle 2">
            <a:extLst>
              <a:ext uri="{FF2B5EF4-FFF2-40B4-BE49-F238E27FC236}">
                <a16:creationId xmlns:a16="http://schemas.microsoft.com/office/drawing/2014/main" id="{026EB64F-D0C2-2350-FE42-A3857DBE9DE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a:extLst>
              <a:ext uri="{FF2B5EF4-FFF2-40B4-BE49-F238E27FC236}">
                <a16:creationId xmlns:a16="http://schemas.microsoft.com/office/drawing/2014/main" id="{591ADC1D-1DD2-C1B0-5FC7-799E13D0164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120DA-C3FA-8ED6-141B-541BD1B1366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C2C798-7130-4382-983F-8056746AEF26}" type="slidenum">
              <a:rPr lang="en-US" altLang="en-US" smtClean="0">
                <a:latin typeface="Calibri" panose="020F0502020204030204" pitchFamily="34" charset="0"/>
              </a:rPr>
              <a:pPr/>
              <a:t>33</a:t>
            </a:fld>
            <a:endParaRPr lang="en-US" altLang="en-US">
              <a:latin typeface="Calibri" panose="020F0502020204030204" pitchFamily="34" charset="0"/>
            </a:endParaRPr>
          </a:p>
        </p:txBody>
      </p:sp>
      <p:sp>
        <p:nvSpPr>
          <p:cNvPr id="55299" name="Rectangle 2">
            <a:extLst>
              <a:ext uri="{FF2B5EF4-FFF2-40B4-BE49-F238E27FC236}">
                <a16:creationId xmlns:a16="http://schemas.microsoft.com/office/drawing/2014/main" id="{A94BAB78-A5BC-208D-E317-47263F0B634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a:extLst>
              <a:ext uri="{FF2B5EF4-FFF2-40B4-BE49-F238E27FC236}">
                <a16:creationId xmlns:a16="http://schemas.microsoft.com/office/drawing/2014/main" id="{57ABB9D0-5E22-A095-B894-7D8E0744627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8BBC1E2-BD14-802E-6381-3CDB03CF2CE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F3A9CAF-8E25-4EEF-BBFB-7AD7CB0D6396}" type="slidenum">
              <a:rPr lang="en-US" altLang="en-US" smtClean="0">
                <a:latin typeface="Calibri" panose="020F0502020204030204" pitchFamily="34" charset="0"/>
              </a:rPr>
              <a:pPr/>
              <a:t>34</a:t>
            </a:fld>
            <a:endParaRPr lang="en-US" altLang="en-US">
              <a:latin typeface="Calibri" panose="020F0502020204030204" pitchFamily="34" charset="0"/>
            </a:endParaRPr>
          </a:p>
        </p:txBody>
      </p:sp>
      <p:sp>
        <p:nvSpPr>
          <p:cNvPr id="57347" name="Rectangle 2">
            <a:extLst>
              <a:ext uri="{FF2B5EF4-FFF2-40B4-BE49-F238E27FC236}">
                <a16:creationId xmlns:a16="http://schemas.microsoft.com/office/drawing/2014/main" id="{6C2363D5-0B61-FEBC-74DE-581CFDC9EA8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a:extLst>
              <a:ext uri="{FF2B5EF4-FFF2-40B4-BE49-F238E27FC236}">
                <a16:creationId xmlns:a16="http://schemas.microsoft.com/office/drawing/2014/main" id="{4A2FA511-71A6-4783-ED33-E27694C0764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ECAC2AD-E87A-66C6-4C55-D8F53DE48ED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40F11B-8DF9-4681-8CAB-104C423C20F1}" type="slidenum">
              <a:rPr lang="en-US" altLang="en-US" smtClean="0">
                <a:latin typeface="Calibri" panose="020F0502020204030204" pitchFamily="34" charset="0"/>
              </a:rPr>
              <a:pPr/>
              <a:t>36</a:t>
            </a:fld>
            <a:endParaRPr lang="en-US" altLang="en-US">
              <a:latin typeface="Calibri" panose="020F0502020204030204" pitchFamily="34" charset="0"/>
            </a:endParaRPr>
          </a:p>
        </p:txBody>
      </p:sp>
      <p:sp>
        <p:nvSpPr>
          <p:cNvPr id="60419" name="Rectangle 2">
            <a:extLst>
              <a:ext uri="{FF2B5EF4-FFF2-40B4-BE49-F238E27FC236}">
                <a16:creationId xmlns:a16="http://schemas.microsoft.com/office/drawing/2014/main" id="{725518EB-CC1A-7E93-D628-32A250A8F1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a:extLst>
              <a:ext uri="{FF2B5EF4-FFF2-40B4-BE49-F238E27FC236}">
                <a16:creationId xmlns:a16="http://schemas.microsoft.com/office/drawing/2014/main" id="{90EDD601-D92A-F062-4275-6E9C60B999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8B262C26-D447-1CCF-E3E6-0BA56463117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8A10E04F-B972-0EAE-7ED3-E1911FF52F3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3FA3C7E8-D990-BEB6-BE60-738B132743C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954D242E-E90C-05F8-F4CD-9798B346136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slideMaster" Target="../slideMasters/slideMaster1.xml" /><Relationship Id="rId1" Type="http://schemas.openxmlformats.org/officeDocument/2006/relationships/themeOverride" Target="../theme/themeOverride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DD0D3E0F-6D24-C0B3-8784-F568456DD326}"/>
              </a:ext>
            </a:extLst>
          </p:cNvPr>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9" name="Title 28"/>
          <p:cNvSpPr>
            <a:spLocks noGrp="1"/>
          </p:cNvSpPr>
          <p:nvPr>
            <p:ph type="ctrTitle"/>
          </p:nvPr>
        </p:nvSpPr>
        <p:spPr>
          <a:xfrm>
            <a:off x="381000" y="4853411"/>
            <a:ext cx="8458200" cy="1222375"/>
          </a:xfrm>
        </p:spPr>
        <p:txBody>
          <a:bodyPr anchor="t"/>
          <a:lstStyle/>
          <a:p>
            <a:r>
              <a:rPr lang="en-US"/>
              <a:t>Click to edit Master title style</a:t>
            </a:r>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3" name="Date Placeholder 15">
            <a:extLst>
              <a:ext uri="{FF2B5EF4-FFF2-40B4-BE49-F238E27FC236}">
                <a16:creationId xmlns:a16="http://schemas.microsoft.com/office/drawing/2014/main" id="{DBC677BD-D1E3-ADA8-115E-83E0174C6A14}"/>
              </a:ext>
            </a:extLst>
          </p:cNvPr>
          <p:cNvSpPr>
            <a:spLocks noGrp="1"/>
          </p:cNvSpPr>
          <p:nvPr>
            <p:ph type="dt" sz="half" idx="10"/>
          </p:nvPr>
        </p:nvSpPr>
        <p:spPr/>
        <p:txBody>
          <a:bodyPr/>
          <a:lstStyle>
            <a:lvl1pPr>
              <a:defRPr/>
            </a:lvl1pPr>
          </a:lstStyle>
          <a:p>
            <a:pPr>
              <a:defRPr/>
            </a:pPr>
            <a:fld id="{E8A13D22-8F14-41B9-B41F-52E8AA78C84F}" type="datetime1">
              <a:rPr lang="en-US"/>
              <a:pPr>
                <a:defRPr/>
              </a:pPr>
              <a:t>9/11/2026</a:t>
            </a:fld>
            <a:endParaRPr lang="en-US"/>
          </a:p>
        </p:txBody>
      </p:sp>
      <p:sp>
        <p:nvSpPr>
          <p:cNvPr id="4" name="Footer Placeholder 1">
            <a:extLst>
              <a:ext uri="{FF2B5EF4-FFF2-40B4-BE49-F238E27FC236}">
                <a16:creationId xmlns:a16="http://schemas.microsoft.com/office/drawing/2014/main" id="{0AD092A1-D7AF-598D-D7B5-0D92AD1A8C8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4">
            <a:extLst>
              <a:ext uri="{FF2B5EF4-FFF2-40B4-BE49-F238E27FC236}">
                <a16:creationId xmlns:a16="http://schemas.microsoft.com/office/drawing/2014/main" id="{E252C4FE-1AA2-B7B9-E7FE-52B8239E0B73}"/>
              </a:ext>
            </a:extLst>
          </p:cNvPr>
          <p:cNvSpPr>
            <a:spLocks noGrp="1"/>
          </p:cNvSpPr>
          <p:nvPr>
            <p:ph type="sldNum" sz="quarter" idx="12"/>
          </p:nvPr>
        </p:nvSpPr>
        <p:spPr>
          <a:xfrm>
            <a:off x="8229600" y="6473825"/>
            <a:ext cx="758825" cy="247650"/>
          </a:xfrm>
        </p:spPr>
        <p:txBody>
          <a:bodyPr/>
          <a:lstStyle>
            <a:lvl1pPr>
              <a:defRPr/>
            </a:lvl1pPr>
          </a:lstStyle>
          <a:p>
            <a:pPr>
              <a:defRPr/>
            </a:pPr>
            <a:fld id="{12CA9430-B66D-4FA1-8467-05B70B788A20}" type="slidenum">
              <a:rPr lang="en-US" altLang="en-US"/>
              <a:pPr>
                <a:defRPr/>
              </a:pPr>
              <a:t>‹#›</a:t>
            </a:fld>
            <a:endParaRPr lang="en-US" altLang="en-US"/>
          </a:p>
        </p:txBody>
      </p:sp>
    </p:spTree>
    <p:extLst>
      <p:ext uri="{BB962C8B-B14F-4D97-AF65-F5344CB8AC3E}">
        <p14:creationId xmlns:p14="http://schemas.microsoft.com/office/powerpoint/2010/main" val="2902784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lang="en-US"/>
              <a:t>Click to edit Master title style</a:t>
            </a:r>
          </a:p>
        </p:txBody>
      </p:sp>
      <p:sp>
        <p:nvSpPr>
          <p:cNvPr id="27" name="Content Placeholder 26"/>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24">
            <a:extLst>
              <a:ext uri="{FF2B5EF4-FFF2-40B4-BE49-F238E27FC236}">
                <a16:creationId xmlns:a16="http://schemas.microsoft.com/office/drawing/2014/main" id="{2D850764-F811-3327-BB07-2C5DB1C05D9F}"/>
              </a:ext>
            </a:extLst>
          </p:cNvPr>
          <p:cNvSpPr>
            <a:spLocks noGrp="1"/>
          </p:cNvSpPr>
          <p:nvPr>
            <p:ph type="dt" sz="half" idx="10"/>
          </p:nvPr>
        </p:nvSpPr>
        <p:spPr/>
        <p:txBody>
          <a:bodyPr/>
          <a:lstStyle>
            <a:lvl1pPr>
              <a:defRPr/>
            </a:lvl1pPr>
          </a:lstStyle>
          <a:p>
            <a:pPr>
              <a:defRPr/>
            </a:pPr>
            <a:fld id="{A6D95013-615E-4060-A3B3-65AD329AC65B}" type="datetime1">
              <a:rPr lang="en-US"/>
              <a:pPr>
                <a:defRPr/>
              </a:pPr>
              <a:t>9/11/2026</a:t>
            </a:fld>
            <a:endParaRPr lang="en-US"/>
          </a:p>
        </p:txBody>
      </p:sp>
      <p:sp>
        <p:nvSpPr>
          <p:cNvPr id="3" name="Footer Placeholder 18">
            <a:extLst>
              <a:ext uri="{FF2B5EF4-FFF2-40B4-BE49-F238E27FC236}">
                <a16:creationId xmlns:a16="http://schemas.microsoft.com/office/drawing/2014/main" id="{4D09C588-955B-9839-8B3A-798598688CFB}"/>
              </a:ext>
            </a:extLst>
          </p:cNvPr>
          <p:cNvSpPr>
            <a:spLocks noGrp="1"/>
          </p:cNvSpPr>
          <p:nvPr>
            <p:ph type="ftr" sz="quarter" idx="11"/>
          </p:nvPr>
        </p:nvSpPr>
        <p:spPr>
          <a:xfrm>
            <a:off x="3581400" y="76200"/>
            <a:ext cx="2895600" cy="288925"/>
          </a:xfrm>
        </p:spPr>
        <p:txBody>
          <a:bodyPr/>
          <a:lstStyle>
            <a:lvl1pPr>
              <a:defRPr/>
            </a:lvl1pPr>
          </a:lstStyle>
          <a:p>
            <a:pPr>
              <a:defRPr/>
            </a:pPr>
            <a:endParaRPr lang="en-US"/>
          </a:p>
        </p:txBody>
      </p:sp>
      <p:sp>
        <p:nvSpPr>
          <p:cNvPr id="4" name="Slide Number Placeholder 15">
            <a:extLst>
              <a:ext uri="{FF2B5EF4-FFF2-40B4-BE49-F238E27FC236}">
                <a16:creationId xmlns:a16="http://schemas.microsoft.com/office/drawing/2014/main" id="{038D1CB6-6E3D-CED8-E03F-A39C644037E9}"/>
              </a:ext>
            </a:extLst>
          </p:cNvPr>
          <p:cNvSpPr>
            <a:spLocks noGrp="1"/>
          </p:cNvSpPr>
          <p:nvPr>
            <p:ph type="sldNum" sz="quarter" idx="12"/>
          </p:nvPr>
        </p:nvSpPr>
        <p:spPr>
          <a:xfrm>
            <a:off x="8229600" y="6473825"/>
            <a:ext cx="758825" cy="247650"/>
          </a:xfrm>
        </p:spPr>
        <p:txBody>
          <a:bodyPr/>
          <a:lstStyle>
            <a:lvl1pPr>
              <a:defRPr/>
            </a:lvl1pPr>
          </a:lstStyle>
          <a:p>
            <a:pPr>
              <a:defRPr/>
            </a:pPr>
            <a:fld id="{DC1A3070-A994-4757-95B0-7B78EB7A84E5}" type="slidenum">
              <a:rPr lang="en-US" altLang="en-US"/>
              <a:pPr>
                <a:defRPr/>
              </a:pPr>
              <a:t>‹#›</a:t>
            </a:fld>
            <a:endParaRPr lang="en-US" altLang="en-US"/>
          </a:p>
        </p:txBody>
      </p:sp>
    </p:spTree>
    <p:extLst>
      <p:ext uri="{BB962C8B-B14F-4D97-AF65-F5344CB8AC3E}">
        <p14:creationId xmlns:p14="http://schemas.microsoft.com/office/powerpoint/2010/main" val="43261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A138D2B8-0E02-511C-48C3-38D5A3C12890}"/>
              </a:ext>
            </a:extLst>
          </p:cNvPr>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lang="en-US"/>
              <a:t>Click to edit Master title style</a:t>
            </a:r>
          </a:p>
        </p:txBody>
      </p:sp>
      <p:sp>
        <p:nvSpPr>
          <p:cNvPr id="3" name="Date Placeholder 18">
            <a:extLst>
              <a:ext uri="{FF2B5EF4-FFF2-40B4-BE49-F238E27FC236}">
                <a16:creationId xmlns:a16="http://schemas.microsoft.com/office/drawing/2014/main" id="{4E210F6E-B6B8-0701-161A-5C039813395A}"/>
              </a:ext>
            </a:extLst>
          </p:cNvPr>
          <p:cNvSpPr>
            <a:spLocks noGrp="1"/>
          </p:cNvSpPr>
          <p:nvPr>
            <p:ph type="dt" sz="half" idx="10"/>
          </p:nvPr>
        </p:nvSpPr>
        <p:spPr/>
        <p:txBody>
          <a:bodyPr/>
          <a:lstStyle>
            <a:lvl1pPr>
              <a:defRPr/>
            </a:lvl1pPr>
          </a:lstStyle>
          <a:p>
            <a:pPr>
              <a:defRPr/>
            </a:pPr>
            <a:fld id="{09FF9A44-1B19-4E70-A3F8-D44EACEB54D6}" type="datetime1">
              <a:rPr lang="en-US"/>
              <a:pPr>
                <a:defRPr/>
              </a:pPr>
              <a:t>9/11/2026</a:t>
            </a:fld>
            <a:endParaRPr lang="en-US"/>
          </a:p>
        </p:txBody>
      </p:sp>
      <p:sp>
        <p:nvSpPr>
          <p:cNvPr id="4" name="Footer Placeholder 10">
            <a:extLst>
              <a:ext uri="{FF2B5EF4-FFF2-40B4-BE49-F238E27FC236}">
                <a16:creationId xmlns:a16="http://schemas.microsoft.com/office/drawing/2014/main" id="{3CC6F131-CF39-D073-76D5-126FBB11790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5">
            <a:extLst>
              <a:ext uri="{FF2B5EF4-FFF2-40B4-BE49-F238E27FC236}">
                <a16:creationId xmlns:a16="http://schemas.microsoft.com/office/drawing/2014/main" id="{54053A9E-C6ED-0E75-B167-90F276E8ACA3}"/>
              </a:ext>
            </a:extLst>
          </p:cNvPr>
          <p:cNvSpPr>
            <a:spLocks noGrp="1"/>
          </p:cNvSpPr>
          <p:nvPr>
            <p:ph type="sldNum" sz="quarter" idx="12"/>
          </p:nvPr>
        </p:nvSpPr>
        <p:spPr/>
        <p:txBody>
          <a:bodyPr/>
          <a:lstStyle>
            <a:lvl1pPr>
              <a:defRPr/>
            </a:lvl1pPr>
          </a:lstStyle>
          <a:p>
            <a:pPr>
              <a:defRPr/>
            </a:pPr>
            <a:fld id="{D4AF2F78-1D1E-415D-B132-00FD9B27E29C}" type="slidenum">
              <a:rPr lang="en-US" altLang="en-US"/>
              <a:pPr>
                <a:defRPr/>
              </a:pPr>
              <a:t>‹#›</a:t>
            </a:fld>
            <a:endParaRPr lang="en-US" altLang="en-US"/>
          </a:p>
        </p:txBody>
      </p:sp>
    </p:spTree>
    <p:extLst>
      <p:ext uri="{BB962C8B-B14F-4D97-AF65-F5344CB8AC3E}">
        <p14:creationId xmlns:p14="http://schemas.microsoft.com/office/powerpoint/2010/main" val="31088474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lang="en-US"/>
              <a:t>Click to edit Master title style</a:t>
            </a:r>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0">
            <a:extLst>
              <a:ext uri="{FF2B5EF4-FFF2-40B4-BE49-F238E27FC236}">
                <a16:creationId xmlns:a16="http://schemas.microsoft.com/office/drawing/2014/main" id="{ACDDB024-A38D-CB2F-A380-06E872512E12}"/>
              </a:ext>
            </a:extLst>
          </p:cNvPr>
          <p:cNvSpPr>
            <a:spLocks noGrp="1"/>
          </p:cNvSpPr>
          <p:nvPr>
            <p:ph type="dt" sz="half" idx="10"/>
          </p:nvPr>
        </p:nvSpPr>
        <p:spPr/>
        <p:txBody>
          <a:bodyPr/>
          <a:lstStyle>
            <a:lvl1pPr>
              <a:defRPr/>
            </a:lvl1pPr>
          </a:lstStyle>
          <a:p>
            <a:pPr>
              <a:defRPr/>
            </a:pPr>
            <a:fld id="{297CEAD3-1360-467F-8141-B8C8D3928B82}" type="datetime1">
              <a:rPr lang="en-US"/>
              <a:pPr>
                <a:defRPr/>
              </a:pPr>
              <a:t>9/11/2026</a:t>
            </a:fld>
            <a:endParaRPr lang="en-US"/>
          </a:p>
        </p:txBody>
      </p:sp>
      <p:sp>
        <p:nvSpPr>
          <p:cNvPr id="3" name="Footer Placeholder 27">
            <a:extLst>
              <a:ext uri="{FF2B5EF4-FFF2-40B4-BE49-F238E27FC236}">
                <a16:creationId xmlns:a16="http://schemas.microsoft.com/office/drawing/2014/main" id="{7D0F5D17-A781-58AC-C2C9-A031501A041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4">
            <a:extLst>
              <a:ext uri="{FF2B5EF4-FFF2-40B4-BE49-F238E27FC236}">
                <a16:creationId xmlns:a16="http://schemas.microsoft.com/office/drawing/2014/main" id="{2160AC1B-5A89-94B6-A9C4-3C9D79F95171}"/>
              </a:ext>
            </a:extLst>
          </p:cNvPr>
          <p:cNvSpPr>
            <a:spLocks noGrp="1"/>
          </p:cNvSpPr>
          <p:nvPr>
            <p:ph type="sldNum" sz="quarter" idx="12"/>
          </p:nvPr>
        </p:nvSpPr>
        <p:spPr/>
        <p:txBody>
          <a:bodyPr/>
          <a:lstStyle>
            <a:lvl1pPr>
              <a:defRPr/>
            </a:lvl1pPr>
          </a:lstStyle>
          <a:p>
            <a:pPr>
              <a:defRPr/>
            </a:pPr>
            <a:fld id="{CA511860-39BB-48E1-85EB-B1DF0FA0CE7C}" type="slidenum">
              <a:rPr lang="en-US" altLang="en-US"/>
              <a:pPr>
                <a:defRPr/>
              </a:pPr>
              <a:t>‹#›</a:t>
            </a:fld>
            <a:endParaRPr lang="en-US" altLang="en-US"/>
          </a:p>
        </p:txBody>
      </p:sp>
    </p:spTree>
    <p:extLst>
      <p:ext uri="{BB962C8B-B14F-4D97-AF65-F5344CB8AC3E}">
        <p14:creationId xmlns:p14="http://schemas.microsoft.com/office/powerpoint/2010/main" val="3270478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3184B78D-B682-2D49-02C6-3763EB15D182}"/>
              </a:ext>
            </a:extLst>
          </p:cNvPr>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9" name="Title 28"/>
          <p:cNvSpPr>
            <a:spLocks noGrp="1"/>
          </p:cNvSpPr>
          <p:nvPr>
            <p:ph type="title"/>
          </p:nvPr>
        </p:nvSpPr>
        <p:spPr>
          <a:xfrm>
            <a:off x="304800" y="5410200"/>
            <a:ext cx="8610600" cy="882650"/>
          </a:xfrm>
        </p:spPr>
        <p:txBody>
          <a:bodyPr/>
          <a:lstStyle>
            <a:lvl1pPr>
              <a:defRPr/>
            </a:lvl1pPr>
          </a:lstStyle>
          <a:p>
            <a:r>
              <a:rPr lang="en-US"/>
              <a:t>Click to edit Master title style</a:t>
            </a:r>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9">
            <a:extLst>
              <a:ext uri="{FF2B5EF4-FFF2-40B4-BE49-F238E27FC236}">
                <a16:creationId xmlns:a16="http://schemas.microsoft.com/office/drawing/2014/main" id="{C5E34C36-21E7-1F8E-D786-5B45E68ABA8C}"/>
              </a:ext>
            </a:extLst>
          </p:cNvPr>
          <p:cNvSpPr>
            <a:spLocks noGrp="1"/>
          </p:cNvSpPr>
          <p:nvPr>
            <p:ph type="dt" sz="half" idx="10"/>
          </p:nvPr>
        </p:nvSpPr>
        <p:spPr/>
        <p:txBody>
          <a:bodyPr/>
          <a:lstStyle>
            <a:lvl1pPr>
              <a:defRPr/>
            </a:lvl1pPr>
          </a:lstStyle>
          <a:p>
            <a:pPr>
              <a:defRPr/>
            </a:pPr>
            <a:fld id="{CE888E09-D645-4A92-BB4A-C437CC0F799D}" type="datetime1">
              <a:rPr lang="en-US"/>
              <a:pPr>
                <a:defRPr/>
              </a:pPr>
              <a:t>9/11/2026</a:t>
            </a:fld>
            <a:endParaRPr lang="en-US"/>
          </a:p>
        </p:txBody>
      </p:sp>
      <p:sp>
        <p:nvSpPr>
          <p:cNvPr id="5" name="Footer Placeholder 5">
            <a:extLst>
              <a:ext uri="{FF2B5EF4-FFF2-40B4-BE49-F238E27FC236}">
                <a16:creationId xmlns:a16="http://schemas.microsoft.com/office/drawing/2014/main" id="{542CEF22-D0CF-0FD0-B42A-656C553C2ED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6">
            <a:extLst>
              <a:ext uri="{FF2B5EF4-FFF2-40B4-BE49-F238E27FC236}">
                <a16:creationId xmlns:a16="http://schemas.microsoft.com/office/drawing/2014/main" id="{633CC179-4115-BDDA-D44D-19A21C317061}"/>
              </a:ext>
            </a:extLst>
          </p:cNvPr>
          <p:cNvSpPr>
            <a:spLocks noGrp="1"/>
          </p:cNvSpPr>
          <p:nvPr>
            <p:ph type="sldNum" sz="quarter" idx="12"/>
          </p:nvPr>
        </p:nvSpPr>
        <p:spPr>
          <a:xfrm>
            <a:off x="8229600" y="6477000"/>
            <a:ext cx="762000" cy="247650"/>
          </a:xfrm>
        </p:spPr>
        <p:txBody>
          <a:bodyPr/>
          <a:lstStyle>
            <a:lvl1pPr>
              <a:defRPr/>
            </a:lvl1pPr>
          </a:lstStyle>
          <a:p>
            <a:pPr>
              <a:defRPr/>
            </a:pPr>
            <a:fld id="{89E9950E-04B1-4CD8-8604-C4419476AA4D}" type="slidenum">
              <a:rPr lang="en-US" altLang="en-US"/>
              <a:pPr>
                <a:defRPr/>
              </a:pPr>
              <a:t>‹#›</a:t>
            </a:fld>
            <a:endParaRPr lang="en-US" altLang="en-US"/>
          </a:p>
        </p:txBody>
      </p:sp>
    </p:spTree>
    <p:extLst>
      <p:ext uri="{BB962C8B-B14F-4D97-AF65-F5344CB8AC3E}">
        <p14:creationId xmlns:p14="http://schemas.microsoft.com/office/powerpoint/2010/main" val="3653241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lang="en-US"/>
              <a:t>Click to edit Master title style</a:t>
            </a:r>
          </a:p>
        </p:txBody>
      </p:sp>
      <p:sp>
        <p:nvSpPr>
          <p:cNvPr id="2" name="Date Placeholder 10">
            <a:extLst>
              <a:ext uri="{FF2B5EF4-FFF2-40B4-BE49-F238E27FC236}">
                <a16:creationId xmlns:a16="http://schemas.microsoft.com/office/drawing/2014/main" id="{A241168C-701D-D50A-3832-D3F9FAFF4F52}"/>
              </a:ext>
            </a:extLst>
          </p:cNvPr>
          <p:cNvSpPr>
            <a:spLocks noGrp="1"/>
          </p:cNvSpPr>
          <p:nvPr>
            <p:ph type="dt" sz="half" idx="10"/>
          </p:nvPr>
        </p:nvSpPr>
        <p:spPr/>
        <p:txBody>
          <a:bodyPr/>
          <a:lstStyle>
            <a:lvl1pPr>
              <a:defRPr/>
            </a:lvl1pPr>
          </a:lstStyle>
          <a:p>
            <a:pPr>
              <a:defRPr/>
            </a:pPr>
            <a:fld id="{4D395A98-0120-4315-A229-823C31B2D485}" type="datetime1">
              <a:rPr lang="en-US"/>
              <a:pPr>
                <a:defRPr/>
              </a:pPr>
              <a:t>9/11/2026</a:t>
            </a:fld>
            <a:endParaRPr lang="en-US"/>
          </a:p>
        </p:txBody>
      </p:sp>
      <p:sp>
        <p:nvSpPr>
          <p:cNvPr id="3" name="Footer Placeholder 27">
            <a:extLst>
              <a:ext uri="{FF2B5EF4-FFF2-40B4-BE49-F238E27FC236}">
                <a16:creationId xmlns:a16="http://schemas.microsoft.com/office/drawing/2014/main" id="{DDB8E1C8-818F-1CF0-822A-606FCFBEAA9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4">
            <a:extLst>
              <a:ext uri="{FF2B5EF4-FFF2-40B4-BE49-F238E27FC236}">
                <a16:creationId xmlns:a16="http://schemas.microsoft.com/office/drawing/2014/main" id="{DB28B0D1-2974-F060-1A5A-CB79ACC8EE98}"/>
              </a:ext>
            </a:extLst>
          </p:cNvPr>
          <p:cNvSpPr>
            <a:spLocks noGrp="1"/>
          </p:cNvSpPr>
          <p:nvPr>
            <p:ph type="sldNum" sz="quarter" idx="12"/>
          </p:nvPr>
        </p:nvSpPr>
        <p:spPr/>
        <p:txBody>
          <a:bodyPr/>
          <a:lstStyle>
            <a:lvl1pPr>
              <a:defRPr/>
            </a:lvl1pPr>
          </a:lstStyle>
          <a:p>
            <a:pPr>
              <a:defRPr/>
            </a:pPr>
            <a:fld id="{C6EF6210-952F-48E8-B83F-EE40DD4BB4ED}" type="slidenum">
              <a:rPr lang="en-US" altLang="en-US"/>
              <a:pPr>
                <a:defRPr/>
              </a:pPr>
              <a:t>‹#›</a:t>
            </a:fld>
            <a:endParaRPr lang="en-US" altLang="en-US"/>
          </a:p>
        </p:txBody>
      </p:sp>
    </p:spTree>
    <p:extLst>
      <p:ext uri="{BB962C8B-B14F-4D97-AF65-F5344CB8AC3E}">
        <p14:creationId xmlns:p14="http://schemas.microsoft.com/office/powerpoint/2010/main" val="2383447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5DBAD45E-701F-4D6A-ACF6-268183B5392A}"/>
              </a:ext>
            </a:extLst>
          </p:cNvPr>
          <p:cNvSpPr>
            <a:spLocks noGrp="1"/>
          </p:cNvSpPr>
          <p:nvPr>
            <p:ph type="dt" sz="half" idx="10"/>
          </p:nvPr>
        </p:nvSpPr>
        <p:spPr/>
        <p:txBody>
          <a:bodyPr/>
          <a:lstStyle>
            <a:lvl1pPr>
              <a:defRPr/>
            </a:lvl1pPr>
          </a:lstStyle>
          <a:p>
            <a:pPr>
              <a:defRPr/>
            </a:pPr>
            <a:fld id="{1AF8712A-32AB-4361-A791-67F2D45B18A0}" type="datetime1">
              <a:rPr lang="en-US"/>
              <a:pPr>
                <a:defRPr/>
              </a:pPr>
              <a:t>9/11/2026</a:t>
            </a:fld>
            <a:endParaRPr lang="en-US"/>
          </a:p>
        </p:txBody>
      </p:sp>
      <p:sp>
        <p:nvSpPr>
          <p:cNvPr id="3" name="Footer Placeholder 23">
            <a:extLst>
              <a:ext uri="{FF2B5EF4-FFF2-40B4-BE49-F238E27FC236}">
                <a16:creationId xmlns:a16="http://schemas.microsoft.com/office/drawing/2014/main" id="{61DF9E3F-33C1-AAE2-2F62-844D6CBE1BD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6">
            <a:extLst>
              <a:ext uri="{FF2B5EF4-FFF2-40B4-BE49-F238E27FC236}">
                <a16:creationId xmlns:a16="http://schemas.microsoft.com/office/drawing/2014/main" id="{CFDF1BB8-9A5A-CC02-5074-80E0A2F65CB8}"/>
              </a:ext>
            </a:extLst>
          </p:cNvPr>
          <p:cNvSpPr>
            <a:spLocks noGrp="1"/>
          </p:cNvSpPr>
          <p:nvPr>
            <p:ph type="sldNum" sz="quarter" idx="12"/>
          </p:nvPr>
        </p:nvSpPr>
        <p:spPr/>
        <p:txBody>
          <a:bodyPr/>
          <a:lstStyle>
            <a:lvl1pPr>
              <a:defRPr/>
            </a:lvl1pPr>
          </a:lstStyle>
          <a:p>
            <a:pPr>
              <a:defRPr/>
            </a:pPr>
            <a:fld id="{88E5441E-2EAC-4E32-AFF6-2AA0E62478FB}" type="slidenum">
              <a:rPr lang="en-US" altLang="en-US"/>
              <a:pPr>
                <a:defRPr/>
              </a:pPr>
              <a:t>‹#›</a:t>
            </a:fld>
            <a:endParaRPr lang="en-US" altLang="en-US"/>
          </a:p>
        </p:txBody>
      </p:sp>
    </p:spTree>
    <p:extLst>
      <p:ext uri="{BB962C8B-B14F-4D97-AF65-F5344CB8AC3E}">
        <p14:creationId xmlns:p14="http://schemas.microsoft.com/office/powerpoint/2010/main" val="519108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476C6665-9B9C-9526-E458-9E9F26945C6D}"/>
              </a:ext>
            </a:extLst>
          </p:cNvPr>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2" name="Title 11"/>
          <p:cNvSpPr>
            <a:spLocks noGrp="1"/>
          </p:cNvSpPr>
          <p:nvPr>
            <p:ph type="title"/>
          </p:nvPr>
        </p:nvSpPr>
        <p:spPr>
          <a:xfrm>
            <a:off x="457200" y="5486400"/>
            <a:ext cx="8458200" cy="520700"/>
          </a:xfrm>
        </p:spPr>
        <p:txBody>
          <a:bodyPr/>
          <a:lstStyle>
            <a:lvl1pPr algn="l">
              <a:buNone/>
              <a:defRPr sz="2000" b="1"/>
            </a:lvl1pPr>
          </a:lstStyle>
          <a:p>
            <a:r>
              <a:rPr lang="en-US"/>
              <a:t>Click to edit Master title style</a:t>
            </a:r>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4">
            <a:extLst>
              <a:ext uri="{FF2B5EF4-FFF2-40B4-BE49-F238E27FC236}">
                <a16:creationId xmlns:a16="http://schemas.microsoft.com/office/drawing/2014/main" id="{F3C435D3-9C67-892B-B8D7-6D3CD682C4A0}"/>
              </a:ext>
            </a:extLst>
          </p:cNvPr>
          <p:cNvSpPr>
            <a:spLocks noGrp="1"/>
          </p:cNvSpPr>
          <p:nvPr>
            <p:ph type="dt" sz="half" idx="10"/>
          </p:nvPr>
        </p:nvSpPr>
        <p:spPr/>
        <p:txBody>
          <a:bodyPr/>
          <a:lstStyle>
            <a:lvl1pPr>
              <a:defRPr/>
            </a:lvl1pPr>
          </a:lstStyle>
          <a:p>
            <a:pPr>
              <a:defRPr/>
            </a:pPr>
            <a:fld id="{ADBE34BF-BFCF-4787-82A7-52FC48DB1D76}" type="datetime1">
              <a:rPr lang="en-US"/>
              <a:pPr>
                <a:defRPr/>
              </a:pPr>
              <a:t>9/11/2026</a:t>
            </a:fld>
            <a:endParaRPr lang="en-US"/>
          </a:p>
        </p:txBody>
      </p:sp>
      <p:sp>
        <p:nvSpPr>
          <p:cNvPr id="4" name="Footer Placeholder 28">
            <a:extLst>
              <a:ext uri="{FF2B5EF4-FFF2-40B4-BE49-F238E27FC236}">
                <a16:creationId xmlns:a16="http://schemas.microsoft.com/office/drawing/2014/main" id="{5EC73865-9A34-901B-46A2-E064993E14A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6">
            <a:extLst>
              <a:ext uri="{FF2B5EF4-FFF2-40B4-BE49-F238E27FC236}">
                <a16:creationId xmlns:a16="http://schemas.microsoft.com/office/drawing/2014/main" id="{CBD439F5-E474-35D2-83F2-129583263590}"/>
              </a:ext>
            </a:extLst>
          </p:cNvPr>
          <p:cNvSpPr>
            <a:spLocks noGrp="1"/>
          </p:cNvSpPr>
          <p:nvPr>
            <p:ph type="sldNum" sz="quarter" idx="12"/>
          </p:nvPr>
        </p:nvSpPr>
        <p:spPr/>
        <p:txBody>
          <a:bodyPr/>
          <a:lstStyle>
            <a:lvl1pPr>
              <a:defRPr/>
            </a:lvl1pPr>
          </a:lstStyle>
          <a:p>
            <a:pPr>
              <a:defRPr/>
            </a:pPr>
            <a:fld id="{19C9C712-AF56-4C5C-84AF-7D85192B12A0}" type="slidenum">
              <a:rPr lang="en-US" altLang="en-US"/>
              <a:pPr>
                <a:defRPr/>
              </a:pPr>
              <a:t>‹#›</a:t>
            </a:fld>
            <a:endParaRPr lang="en-US" altLang="en-US"/>
          </a:p>
        </p:txBody>
      </p:sp>
    </p:spTree>
    <p:extLst>
      <p:ext uri="{BB962C8B-B14F-4D97-AF65-F5344CB8AC3E}">
        <p14:creationId xmlns:p14="http://schemas.microsoft.com/office/powerpoint/2010/main" val="3936847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normAutofit/>
          </a:bodyPr>
          <a:lstStyle>
            <a:lvl1pPr marL="0" indent="0">
              <a:buNone/>
              <a:defRPr sz="3200"/>
            </a:lvl1pPr>
          </a:lstStyle>
          <a:p>
            <a:pPr lvl="0"/>
            <a:r>
              <a:rPr lang="en-US" noProof="0"/>
              <a:t>Click icon to add picture</a:t>
            </a:r>
            <a:endParaRPr lang="en-US" noProof="0" dirty="0"/>
          </a:p>
        </p:txBody>
      </p:sp>
      <p:sp>
        <p:nvSpPr>
          <p:cNvPr id="17" name="Title 16"/>
          <p:cNvSpPr>
            <a:spLocks noGrp="1"/>
          </p:cNvSpPr>
          <p:nvPr>
            <p:ph type="title"/>
          </p:nvPr>
        </p:nvSpPr>
        <p:spPr>
          <a:xfrm>
            <a:off x="381000" y="4993760"/>
            <a:ext cx="5867400" cy="522288"/>
          </a:xfrm>
        </p:spPr>
        <p:txBody>
          <a:bodyPr/>
          <a:lstStyle>
            <a:lvl1pPr algn="l">
              <a:buNone/>
              <a:defRPr sz="2000" b="1"/>
            </a:lvl1pPr>
          </a:lstStyle>
          <a:p>
            <a:r>
              <a:rPr lang="en-US"/>
              <a:t>Click to edit Master title style</a:t>
            </a:r>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a:r>
              <a:rPr lang="en-US"/>
              <a:t>Click to edit Master text styles</a:t>
            </a:r>
          </a:p>
        </p:txBody>
      </p:sp>
      <p:sp>
        <p:nvSpPr>
          <p:cNvPr id="2" name="Date Placeholder 6">
            <a:extLst>
              <a:ext uri="{FF2B5EF4-FFF2-40B4-BE49-F238E27FC236}">
                <a16:creationId xmlns:a16="http://schemas.microsoft.com/office/drawing/2014/main" id="{7289CF5F-E305-6540-0FBC-A10986F0E70D}"/>
              </a:ext>
            </a:extLst>
          </p:cNvPr>
          <p:cNvSpPr>
            <a:spLocks noGrp="1"/>
          </p:cNvSpPr>
          <p:nvPr>
            <p:ph type="dt" sz="half" idx="10"/>
          </p:nvPr>
        </p:nvSpPr>
        <p:spPr/>
        <p:txBody>
          <a:bodyPr/>
          <a:lstStyle>
            <a:lvl1pPr>
              <a:defRPr/>
            </a:lvl1pPr>
          </a:lstStyle>
          <a:p>
            <a:pPr>
              <a:defRPr/>
            </a:pPr>
            <a:fld id="{9589A22E-43AD-47E0-B70C-6778F86AAC2F}" type="datetime1">
              <a:rPr lang="en-US"/>
              <a:pPr>
                <a:defRPr/>
              </a:pPr>
              <a:t>9/11/2026</a:t>
            </a:fld>
            <a:endParaRPr lang="en-US"/>
          </a:p>
        </p:txBody>
      </p:sp>
      <p:sp>
        <p:nvSpPr>
          <p:cNvPr id="3" name="Footer Placeholder 4">
            <a:extLst>
              <a:ext uri="{FF2B5EF4-FFF2-40B4-BE49-F238E27FC236}">
                <a16:creationId xmlns:a16="http://schemas.microsoft.com/office/drawing/2014/main" id="{2BF920BE-4E12-F03B-8647-D53A0383AC5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0">
            <a:extLst>
              <a:ext uri="{FF2B5EF4-FFF2-40B4-BE49-F238E27FC236}">
                <a16:creationId xmlns:a16="http://schemas.microsoft.com/office/drawing/2014/main" id="{92E4A6DC-2446-6E83-E41F-BD65045F71EE}"/>
              </a:ext>
            </a:extLst>
          </p:cNvPr>
          <p:cNvSpPr>
            <a:spLocks noGrp="1"/>
          </p:cNvSpPr>
          <p:nvPr>
            <p:ph type="sldNum" sz="quarter" idx="12"/>
          </p:nvPr>
        </p:nvSpPr>
        <p:spPr/>
        <p:txBody>
          <a:bodyPr/>
          <a:lstStyle>
            <a:lvl1pPr>
              <a:defRPr/>
            </a:lvl1pPr>
          </a:lstStyle>
          <a:p>
            <a:pPr>
              <a:defRPr/>
            </a:pPr>
            <a:fld id="{D444F5E3-0456-4BC8-873E-4DA18C970A0B}" type="slidenum">
              <a:rPr lang="en-US" altLang="en-US"/>
              <a:pPr>
                <a:defRPr/>
              </a:pPr>
              <a:t>‹#›</a:t>
            </a:fld>
            <a:endParaRPr lang="en-US" altLang="en-US"/>
          </a:p>
        </p:txBody>
      </p:sp>
    </p:spTree>
    <p:extLst>
      <p:ext uri="{BB962C8B-B14F-4D97-AF65-F5344CB8AC3E}">
        <p14:creationId xmlns:p14="http://schemas.microsoft.com/office/powerpoint/2010/main" val="3390003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0">
            <a:extLst>
              <a:ext uri="{FF2B5EF4-FFF2-40B4-BE49-F238E27FC236}">
                <a16:creationId xmlns:a16="http://schemas.microsoft.com/office/drawing/2014/main" id="{A915AADF-5B7C-53E2-874E-7D4C1AE337A2}"/>
              </a:ext>
            </a:extLst>
          </p:cNvPr>
          <p:cNvSpPr>
            <a:spLocks noGrp="1"/>
          </p:cNvSpPr>
          <p:nvPr>
            <p:ph type="dt" sz="half" idx="10"/>
          </p:nvPr>
        </p:nvSpPr>
        <p:spPr/>
        <p:txBody>
          <a:bodyPr/>
          <a:lstStyle>
            <a:lvl1pPr>
              <a:defRPr/>
            </a:lvl1pPr>
          </a:lstStyle>
          <a:p>
            <a:pPr>
              <a:defRPr/>
            </a:pPr>
            <a:fld id="{8FD08884-7272-479A-BCBB-4ADE9E16451D}" type="datetime1">
              <a:rPr lang="en-US"/>
              <a:pPr>
                <a:defRPr/>
              </a:pPr>
              <a:t>9/11/2026</a:t>
            </a:fld>
            <a:endParaRPr lang="en-US"/>
          </a:p>
        </p:txBody>
      </p:sp>
      <p:sp>
        <p:nvSpPr>
          <p:cNvPr id="5" name="Footer Placeholder 27">
            <a:extLst>
              <a:ext uri="{FF2B5EF4-FFF2-40B4-BE49-F238E27FC236}">
                <a16:creationId xmlns:a16="http://schemas.microsoft.com/office/drawing/2014/main" id="{2DD07B87-4BE4-F8CA-5EF4-CFAF4C8B53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8577BEF0-1603-7989-40C1-32327563ECE0}"/>
              </a:ext>
            </a:extLst>
          </p:cNvPr>
          <p:cNvSpPr>
            <a:spLocks noGrp="1"/>
          </p:cNvSpPr>
          <p:nvPr>
            <p:ph type="sldNum" sz="quarter" idx="12"/>
          </p:nvPr>
        </p:nvSpPr>
        <p:spPr/>
        <p:txBody>
          <a:bodyPr/>
          <a:lstStyle>
            <a:lvl1pPr>
              <a:defRPr/>
            </a:lvl1pPr>
          </a:lstStyle>
          <a:p>
            <a:pPr>
              <a:defRPr/>
            </a:pPr>
            <a:fld id="{CAE6E607-ABB2-40AD-9C63-B8E5704D278F}" type="slidenum">
              <a:rPr lang="en-US" altLang="en-US"/>
              <a:pPr>
                <a:defRPr/>
              </a:pPr>
              <a:t>‹#›</a:t>
            </a:fld>
            <a:endParaRPr lang="en-US" altLang="en-US"/>
          </a:p>
        </p:txBody>
      </p:sp>
    </p:spTree>
    <p:extLst>
      <p:ext uri="{BB962C8B-B14F-4D97-AF65-F5344CB8AC3E}">
        <p14:creationId xmlns:p14="http://schemas.microsoft.com/office/powerpoint/2010/main" val="1223027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49276"/>
            <a:ext cx="6248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6C8F0-B287-DB81-83ED-294D6C0EBB4B}"/>
              </a:ext>
            </a:extLst>
          </p:cNvPr>
          <p:cNvSpPr>
            <a:spLocks noGrp="1"/>
          </p:cNvSpPr>
          <p:nvPr>
            <p:ph type="dt" sz="half" idx="10"/>
          </p:nvPr>
        </p:nvSpPr>
        <p:spPr/>
        <p:txBody>
          <a:bodyPr/>
          <a:lstStyle>
            <a:lvl1pPr>
              <a:defRPr/>
            </a:lvl1pPr>
          </a:lstStyle>
          <a:p>
            <a:pPr>
              <a:defRPr/>
            </a:pPr>
            <a:fld id="{A6F632E0-763A-4421-9FE2-F028C9D4843A}" type="datetime1">
              <a:rPr lang="en-US"/>
              <a:pPr>
                <a:defRPr/>
              </a:pPr>
              <a:t>9/11/2026</a:t>
            </a:fld>
            <a:endParaRPr lang="en-US"/>
          </a:p>
        </p:txBody>
      </p:sp>
      <p:sp>
        <p:nvSpPr>
          <p:cNvPr id="5" name="Footer Placeholder 4">
            <a:extLst>
              <a:ext uri="{FF2B5EF4-FFF2-40B4-BE49-F238E27FC236}">
                <a16:creationId xmlns:a16="http://schemas.microsoft.com/office/drawing/2014/main" id="{40FDABA3-7DA7-1851-34AA-600B8319B51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7E8378F-C57F-D591-7453-4C7835F21AB5}"/>
              </a:ext>
            </a:extLst>
          </p:cNvPr>
          <p:cNvSpPr>
            <a:spLocks noGrp="1"/>
          </p:cNvSpPr>
          <p:nvPr>
            <p:ph type="sldNum" sz="quarter" idx="12"/>
          </p:nvPr>
        </p:nvSpPr>
        <p:spPr/>
        <p:txBody>
          <a:bodyPr/>
          <a:lstStyle>
            <a:lvl1pPr>
              <a:defRPr/>
            </a:lvl1pPr>
          </a:lstStyle>
          <a:p>
            <a:pPr>
              <a:defRPr/>
            </a:pPr>
            <a:fld id="{F3ADF000-680D-4881-AF23-F606A4BD2AC0}" type="slidenum">
              <a:rPr lang="en-US" altLang="en-US"/>
              <a:pPr>
                <a:defRPr/>
              </a:pPr>
              <a:t>‹#›</a:t>
            </a:fld>
            <a:endParaRPr lang="en-US" altLang="en-US"/>
          </a:p>
        </p:txBody>
      </p:sp>
    </p:spTree>
    <p:extLst>
      <p:ext uri="{BB962C8B-B14F-4D97-AF65-F5344CB8AC3E}">
        <p14:creationId xmlns:p14="http://schemas.microsoft.com/office/powerpoint/2010/main" val="2774126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NG"/>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Online Image Placeholder 3"/>
          <p:cNvSpPr>
            <a:spLocks noGrp="1"/>
          </p:cNvSpPr>
          <p:nvPr>
            <p:ph type="clipArt" sz="half" idx="2"/>
          </p:nvPr>
        </p:nvSpPr>
        <p:spPr>
          <a:xfrm>
            <a:off x="4648200" y="1981200"/>
            <a:ext cx="3810000" cy="4114800"/>
          </a:xfrm>
        </p:spPr>
        <p:txBody>
          <a:bodyPr/>
          <a:lstStyle/>
          <a:p>
            <a:pPr lvl="0"/>
            <a:endParaRPr lang="en-NG" noProof="0"/>
          </a:p>
        </p:txBody>
      </p:sp>
      <p:sp>
        <p:nvSpPr>
          <p:cNvPr id="5" name="Date Placeholder 4">
            <a:extLst>
              <a:ext uri="{FF2B5EF4-FFF2-40B4-BE49-F238E27FC236}">
                <a16:creationId xmlns:a16="http://schemas.microsoft.com/office/drawing/2014/main" id="{6AAA12E1-3C66-6ABF-87A1-C05CA04F90BB}"/>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en-NG"/>
          </a:p>
        </p:txBody>
      </p:sp>
      <p:sp>
        <p:nvSpPr>
          <p:cNvPr id="6" name="Footer Placeholder 5">
            <a:extLst>
              <a:ext uri="{FF2B5EF4-FFF2-40B4-BE49-F238E27FC236}">
                <a16:creationId xmlns:a16="http://schemas.microsoft.com/office/drawing/2014/main" id="{1AA7E021-0161-7A80-B2CA-C149936B7653}"/>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en-NG"/>
          </a:p>
        </p:txBody>
      </p:sp>
      <p:sp>
        <p:nvSpPr>
          <p:cNvPr id="7" name="Slide Number Placeholder 6">
            <a:extLst>
              <a:ext uri="{FF2B5EF4-FFF2-40B4-BE49-F238E27FC236}">
                <a16:creationId xmlns:a16="http://schemas.microsoft.com/office/drawing/2014/main" id="{82759868-F448-8332-5E22-75FBD00A8033}"/>
              </a:ext>
            </a:extLst>
          </p:cNvPr>
          <p:cNvSpPr>
            <a:spLocks noGrp="1"/>
          </p:cNvSpPr>
          <p:nvPr>
            <p:ph type="sldNum" sz="quarter" idx="12"/>
          </p:nvPr>
        </p:nvSpPr>
        <p:spPr>
          <a:xfrm>
            <a:off x="6553200" y="6248400"/>
            <a:ext cx="1905000" cy="457200"/>
          </a:xfrm>
        </p:spPr>
        <p:txBody>
          <a:bodyPr/>
          <a:lstStyle>
            <a:lvl1pPr>
              <a:defRPr/>
            </a:lvl1pPr>
          </a:lstStyle>
          <a:p>
            <a:pPr>
              <a:defRPr/>
            </a:pPr>
            <a:fld id="{23FF1C5F-07A2-43A1-88BC-57373BC34371}" type="slidenum">
              <a:rPr lang="en-US" altLang="en-NG"/>
              <a:pPr>
                <a:defRPr/>
              </a:pPr>
              <a:t>‹#›</a:t>
            </a:fld>
            <a:endParaRPr lang="en-US" altLang="en-NG"/>
          </a:p>
        </p:txBody>
      </p:sp>
    </p:spTree>
    <p:extLst>
      <p:ext uri="{BB962C8B-B14F-4D97-AF65-F5344CB8AC3E}">
        <p14:creationId xmlns:p14="http://schemas.microsoft.com/office/powerpoint/2010/main" val="4083107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NG"/>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3F9F0C2F-78D5-C395-46F8-5C386D068D23}"/>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en-NG"/>
          </a:p>
        </p:txBody>
      </p:sp>
      <p:sp>
        <p:nvSpPr>
          <p:cNvPr id="6" name="Footer Placeholder 5">
            <a:extLst>
              <a:ext uri="{FF2B5EF4-FFF2-40B4-BE49-F238E27FC236}">
                <a16:creationId xmlns:a16="http://schemas.microsoft.com/office/drawing/2014/main" id="{EF30BEBF-F925-9786-23D5-4AA2ACFAF2C5}"/>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en-NG"/>
          </a:p>
        </p:txBody>
      </p:sp>
      <p:sp>
        <p:nvSpPr>
          <p:cNvPr id="7" name="Slide Number Placeholder 6">
            <a:extLst>
              <a:ext uri="{FF2B5EF4-FFF2-40B4-BE49-F238E27FC236}">
                <a16:creationId xmlns:a16="http://schemas.microsoft.com/office/drawing/2014/main" id="{B8AB9E60-382B-FB6F-B14E-C9CCF9D5A663}"/>
              </a:ext>
            </a:extLst>
          </p:cNvPr>
          <p:cNvSpPr>
            <a:spLocks noGrp="1"/>
          </p:cNvSpPr>
          <p:nvPr>
            <p:ph type="sldNum" sz="quarter" idx="12"/>
          </p:nvPr>
        </p:nvSpPr>
        <p:spPr>
          <a:xfrm>
            <a:off x="6553200" y="6248400"/>
            <a:ext cx="1905000" cy="457200"/>
          </a:xfrm>
        </p:spPr>
        <p:txBody>
          <a:bodyPr/>
          <a:lstStyle>
            <a:lvl1pPr>
              <a:defRPr/>
            </a:lvl1pPr>
          </a:lstStyle>
          <a:p>
            <a:pPr>
              <a:defRPr/>
            </a:pPr>
            <a:fld id="{879926B6-CD7C-4447-83F9-AF0863701777}" type="slidenum">
              <a:rPr lang="en-US" altLang="en-NG"/>
              <a:pPr>
                <a:defRPr/>
              </a:pPr>
              <a:t>‹#›</a:t>
            </a:fld>
            <a:endParaRPr lang="en-US" altLang="en-NG"/>
          </a:p>
        </p:txBody>
      </p:sp>
    </p:spTree>
    <p:extLst>
      <p:ext uri="{BB962C8B-B14F-4D97-AF65-F5344CB8AC3E}">
        <p14:creationId xmlns:p14="http://schemas.microsoft.com/office/powerpoint/2010/main" val="843955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3.jpeg"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A8FEB024-8B81-CDFD-3AA2-0EFE4A15ED0A}"/>
              </a:ext>
            </a:extLst>
          </p:cNvPr>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9" name="Text Placeholder 7">
            <a:extLst>
              <a:ext uri="{FF2B5EF4-FFF2-40B4-BE49-F238E27FC236}">
                <a16:creationId xmlns:a16="http://schemas.microsoft.com/office/drawing/2014/main" id="{1369F312-2D48-5741-B3A0-52E26120678D}"/>
              </a:ext>
            </a:extLst>
          </p:cNvPr>
          <p:cNvSpPr>
            <a:spLocks noGrp="1"/>
          </p:cNvSpPr>
          <p:nvPr>
            <p:ph type="body" idx="1"/>
          </p:nvPr>
        </p:nvSpPr>
        <p:spPr bwMode="auto">
          <a:xfrm>
            <a:off x="304800" y="1554163"/>
            <a:ext cx="8686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 name="Date Placeholder 10">
            <a:extLst>
              <a:ext uri="{FF2B5EF4-FFF2-40B4-BE49-F238E27FC236}">
                <a16:creationId xmlns:a16="http://schemas.microsoft.com/office/drawing/2014/main" id="{F007D658-3522-3CAF-A673-582E0D8D1863}"/>
              </a:ext>
            </a:extLst>
          </p:cNvPr>
          <p:cNvSpPr>
            <a:spLocks noGrp="1"/>
          </p:cNvSpPr>
          <p:nvPr>
            <p:ph type="dt" sz="half" idx="2"/>
          </p:nvPr>
        </p:nvSpPr>
        <p:spPr>
          <a:xfrm>
            <a:off x="6477000" y="76200"/>
            <a:ext cx="2514600" cy="288925"/>
          </a:xfrm>
          <a:prstGeom prst="rect">
            <a:avLst/>
          </a:prstGeom>
        </p:spPr>
        <p:txBody>
          <a:bodyPr vert="horz"/>
          <a:lstStyle>
            <a:lvl1pPr algn="l" eaLnBrk="1" fontAlgn="auto" latinLnBrk="0" hangingPunct="1">
              <a:spcBef>
                <a:spcPts val="0"/>
              </a:spcBef>
              <a:spcAft>
                <a:spcPts val="0"/>
              </a:spcAft>
              <a:defRPr kumimoji="0" sz="1200">
                <a:solidFill>
                  <a:schemeClr val="accent1">
                    <a:shade val="75000"/>
                  </a:schemeClr>
                </a:solidFill>
                <a:latin typeface="+mn-lt"/>
                <a:cs typeface="+mn-cs"/>
              </a:defRPr>
            </a:lvl1pPr>
          </a:lstStyle>
          <a:p>
            <a:pPr>
              <a:defRPr/>
            </a:pPr>
            <a:fld id="{2AF2EB5F-F435-41CA-AB23-41C896214C58}" type="datetime1">
              <a:rPr lang="en-US"/>
              <a:pPr>
                <a:defRPr/>
              </a:pPr>
              <a:t>9/11/2026</a:t>
            </a:fld>
            <a:endParaRPr lang="en-US"/>
          </a:p>
        </p:txBody>
      </p:sp>
      <p:sp>
        <p:nvSpPr>
          <p:cNvPr id="28" name="Footer Placeholder 27">
            <a:extLst>
              <a:ext uri="{FF2B5EF4-FFF2-40B4-BE49-F238E27FC236}">
                <a16:creationId xmlns:a16="http://schemas.microsoft.com/office/drawing/2014/main" id="{A85FF7D3-51C2-A20B-D9CB-4A3CD3516547}"/>
              </a:ext>
            </a:extLst>
          </p:cNvPr>
          <p:cNvSpPr>
            <a:spLocks noGrp="1"/>
          </p:cNvSpPr>
          <p:nvPr>
            <p:ph type="ftr" sz="quarter" idx="3"/>
          </p:nvPr>
        </p:nvSpPr>
        <p:spPr>
          <a:xfrm>
            <a:off x="3124200" y="76200"/>
            <a:ext cx="3352800" cy="288925"/>
          </a:xfrm>
          <a:prstGeom prst="rect">
            <a:avLst/>
          </a:prstGeom>
        </p:spPr>
        <p:txBody>
          <a:bodyPr vert="horz"/>
          <a:lstStyle>
            <a:lvl1pPr algn="r" eaLnBrk="1" fontAlgn="auto" latinLnBrk="0" hangingPunct="1">
              <a:spcBef>
                <a:spcPts val="0"/>
              </a:spcBef>
              <a:spcAft>
                <a:spcPts val="0"/>
              </a:spcAft>
              <a:defRPr kumimoji="0" sz="1200">
                <a:solidFill>
                  <a:schemeClr val="accent1">
                    <a:shade val="75000"/>
                  </a:schemeClr>
                </a:solidFill>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16C8FA7F-4A7D-F4E5-55B0-F6781BFE605E}"/>
              </a:ext>
            </a:extLst>
          </p:cNvPr>
          <p:cNvSpPr>
            <a:spLocks noGrp="1"/>
          </p:cNvSpPr>
          <p:nvPr>
            <p:ph type="sldNum" sz="quarter" idx="4"/>
          </p:nvPr>
        </p:nvSpPr>
        <p:spPr>
          <a:xfrm>
            <a:off x="8229600" y="6477000"/>
            <a:ext cx="762000" cy="244475"/>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solidFill>
                  <a:srgbClr val="D38E27"/>
                </a:solidFill>
                <a:latin typeface="Franklin Gothic Book" panose="020B0503020102020204" pitchFamily="34" charset="0"/>
              </a:defRPr>
            </a:lvl1pPr>
          </a:lstStyle>
          <a:p>
            <a:pPr>
              <a:defRPr/>
            </a:pPr>
            <a:fld id="{BB87F662-5B23-45AA-8030-81BC170719B5}" type="slidenum">
              <a:rPr lang="en-US" altLang="en-US"/>
              <a:pPr>
                <a:defRPr/>
              </a:pPr>
              <a:t>‹#›</a:t>
            </a:fld>
            <a:endParaRPr lang="en-US" altLang="en-US"/>
          </a:p>
        </p:txBody>
      </p:sp>
      <p:sp>
        <p:nvSpPr>
          <p:cNvPr id="10" name="Title Placeholder 9">
            <a:extLst>
              <a:ext uri="{FF2B5EF4-FFF2-40B4-BE49-F238E27FC236}">
                <a16:creationId xmlns:a16="http://schemas.microsoft.com/office/drawing/2014/main" id="{EBA98EA0-6255-303D-A97D-77E1D8999637}"/>
              </a:ext>
            </a:extLst>
          </p:cNvPr>
          <p:cNvSpPr>
            <a:spLocks noGrp="1"/>
          </p:cNvSpPr>
          <p:nvPr>
            <p:ph type="title"/>
          </p:nvPr>
        </p:nvSpPr>
        <p:spPr>
          <a:xfrm>
            <a:off x="304800" y="457200"/>
            <a:ext cx="8686800" cy="838200"/>
          </a:xfrm>
          <a:prstGeom prst="rect">
            <a:avLst/>
          </a:prstGeom>
        </p:spPr>
        <p:txBody>
          <a:bodyPr vert="horz" anchor="ctr">
            <a:normAutofit/>
          </a:bodyPr>
          <a:lstStyle/>
          <a:p>
            <a:r>
              <a:rPr lang="en-US"/>
              <a:t>Click to edit Master title style</a:t>
            </a:r>
          </a:p>
        </p:txBody>
      </p:sp>
      <p:sp>
        <p:nvSpPr>
          <p:cNvPr id="9" name="Straight Connector 8">
            <a:extLst>
              <a:ext uri="{FF2B5EF4-FFF2-40B4-BE49-F238E27FC236}">
                <a16:creationId xmlns:a16="http://schemas.microsoft.com/office/drawing/2014/main" id="{062317FD-F9C0-B597-1365-777EB741CDCB}"/>
              </a:ext>
            </a:extLst>
          </p:cNvPr>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2" name="Straight Connector 11">
            <a:extLst>
              <a:ext uri="{FF2B5EF4-FFF2-40B4-BE49-F238E27FC236}">
                <a16:creationId xmlns:a16="http://schemas.microsoft.com/office/drawing/2014/main" id="{9EB15A4E-DFBE-0729-AE95-2F3AA534F46C}"/>
              </a:ext>
            </a:extLst>
          </p:cNvPr>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 id="2147484151" r:id="rId3"/>
    <p:sldLayoutId id="2147484146" r:id="rId4"/>
    <p:sldLayoutId id="2147484152" r:id="rId5"/>
    <p:sldLayoutId id="2147484147" r:id="rId6"/>
    <p:sldLayoutId id="2147484153" r:id="rId7"/>
    <p:sldLayoutId id="2147484154" r:id="rId8"/>
    <p:sldLayoutId id="2147484155" r:id="rId9"/>
    <p:sldLayoutId id="2147484148" r:id="rId10"/>
    <p:sldLayoutId id="2147484156" r:id="rId11"/>
    <p:sldLayoutId id="2147484157" r:id="rId12"/>
    <p:sldLayoutId id="2147484158" r:id="rId13"/>
  </p:sldLayoutIdLst>
  <p:hf hdr="0" ftr="0" dt="0"/>
  <p:txStyles>
    <p:titleStyle>
      <a:lvl1pPr algn="l" rtl="0" eaLnBrk="0" fontAlgn="base" hangingPunct="0">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eaLnBrk="0" fontAlgn="base" hangingPunct="0">
        <a:spcBef>
          <a:spcPct val="0"/>
        </a:spcBef>
        <a:spcAft>
          <a:spcPct val="0"/>
        </a:spcAft>
        <a:defRPr sz="3600">
          <a:solidFill>
            <a:schemeClr val="tx2"/>
          </a:solidFill>
          <a:latin typeface="Franklin Gothic Medium" pitchFamily="34" charset="0"/>
        </a:defRPr>
      </a:lvl2pPr>
      <a:lvl3pPr algn="l" rtl="0" eaLnBrk="0" fontAlgn="base" hangingPunct="0">
        <a:spcBef>
          <a:spcPct val="0"/>
        </a:spcBef>
        <a:spcAft>
          <a:spcPct val="0"/>
        </a:spcAft>
        <a:defRPr sz="3600">
          <a:solidFill>
            <a:schemeClr val="tx2"/>
          </a:solidFill>
          <a:latin typeface="Franklin Gothic Medium" pitchFamily="34" charset="0"/>
        </a:defRPr>
      </a:lvl3pPr>
      <a:lvl4pPr algn="l" rtl="0" eaLnBrk="0" fontAlgn="base" hangingPunct="0">
        <a:spcBef>
          <a:spcPct val="0"/>
        </a:spcBef>
        <a:spcAft>
          <a:spcPct val="0"/>
        </a:spcAft>
        <a:defRPr sz="3600">
          <a:solidFill>
            <a:schemeClr val="tx2"/>
          </a:solidFill>
          <a:latin typeface="Franklin Gothic Medium" pitchFamily="34" charset="0"/>
        </a:defRPr>
      </a:lvl4pPr>
      <a:lvl5pPr algn="l" rtl="0" eaLnBrk="0" fontAlgn="base" hangingPunct="0">
        <a:spcBef>
          <a:spcPct val="0"/>
        </a:spcBef>
        <a:spcAft>
          <a:spcPct val="0"/>
        </a:spcAft>
        <a:defRPr sz="3600">
          <a:solidFill>
            <a:schemeClr val="tx2"/>
          </a:solidFill>
          <a:latin typeface="Franklin Gothic Medium" pitchFamily="34" charset="0"/>
        </a:defRPr>
      </a:lvl5pPr>
      <a:lvl6pPr marL="457200" algn="l" rtl="0" fontAlgn="base">
        <a:spcBef>
          <a:spcPct val="0"/>
        </a:spcBef>
        <a:spcAft>
          <a:spcPct val="0"/>
        </a:spcAft>
        <a:defRPr sz="3600">
          <a:solidFill>
            <a:schemeClr val="tx2"/>
          </a:solidFill>
          <a:latin typeface="Franklin Gothic Medium" pitchFamily="34" charset="0"/>
        </a:defRPr>
      </a:lvl6pPr>
      <a:lvl7pPr marL="914400" algn="l" rtl="0" fontAlgn="base">
        <a:spcBef>
          <a:spcPct val="0"/>
        </a:spcBef>
        <a:spcAft>
          <a:spcPct val="0"/>
        </a:spcAft>
        <a:defRPr sz="3600">
          <a:solidFill>
            <a:schemeClr val="tx2"/>
          </a:solidFill>
          <a:latin typeface="Franklin Gothic Medium" pitchFamily="34" charset="0"/>
        </a:defRPr>
      </a:lvl7pPr>
      <a:lvl8pPr marL="1371600" algn="l" rtl="0" fontAlgn="base">
        <a:spcBef>
          <a:spcPct val="0"/>
        </a:spcBef>
        <a:spcAft>
          <a:spcPct val="0"/>
        </a:spcAft>
        <a:defRPr sz="3600">
          <a:solidFill>
            <a:schemeClr val="tx2"/>
          </a:solidFill>
          <a:latin typeface="Franklin Gothic Medium" pitchFamily="34" charset="0"/>
        </a:defRPr>
      </a:lvl8pPr>
      <a:lvl9pPr marL="1828800" algn="l" rtl="0" fontAlgn="base">
        <a:spcBef>
          <a:spcPct val="0"/>
        </a:spcBef>
        <a:spcAft>
          <a:spcPct val="0"/>
        </a:spcAft>
        <a:defRPr sz="3600">
          <a:solidFill>
            <a:schemeClr val="tx2"/>
          </a:solidFill>
          <a:latin typeface="Franklin Gothic Medium" pitchFamily="34" charset="0"/>
        </a:defRPr>
      </a:lvl9pPr>
    </p:titleStyle>
    <p:bodyStyle>
      <a:lvl1pPr marL="342900" indent="-342900" algn="l" rtl="0" eaLnBrk="0" fontAlgn="base" hangingPunct="0">
        <a:spcBef>
          <a:spcPct val="20000"/>
        </a:spcBef>
        <a:spcAft>
          <a:spcPct val="0"/>
        </a:spcAft>
        <a:buClr>
          <a:schemeClr val="accent1"/>
        </a:buClr>
        <a:buSzPct val="70000"/>
        <a:buFont typeface="Wingdings 2" panose="05020102010507070707" pitchFamily="18" charset="2"/>
        <a:buChar char=""/>
        <a:defRPr sz="32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2" panose="05020102010507070707" pitchFamily="18" charset="2"/>
        <a:buChar char=""/>
        <a:defRPr sz="2800" kern="12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1"/>
        </a:buClr>
        <a:buSzPct val="70000"/>
        <a:buFont typeface="Wingdings 2" panose="05020102010507070707" pitchFamily="18" charset="2"/>
        <a:buChar char=""/>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accent1"/>
        </a:buClr>
        <a:buSzPct val="70000"/>
        <a:buFont typeface="Wingdings 2" panose="05020102010507070707" pitchFamily="18" charset="2"/>
        <a:buChar char=""/>
        <a:defRPr sz="2000" kern="1200">
          <a:solidFill>
            <a:schemeClr val="tx2"/>
          </a:solidFill>
          <a:latin typeface="+mn-lt"/>
          <a:ea typeface="+mn-ea"/>
          <a:cs typeface="+mn-cs"/>
        </a:defRPr>
      </a:lvl4pPr>
      <a:lvl5pPr marL="2057400" indent="-228600" algn="l" rtl="0" eaLnBrk="0" fontAlgn="base" hangingPunct="0">
        <a:spcBef>
          <a:spcPct val="20000"/>
        </a:spcBef>
        <a:spcAft>
          <a:spcPct val="0"/>
        </a:spcAft>
        <a:buClr>
          <a:schemeClr val="accent1"/>
        </a:buClr>
        <a:buSzPct val="60000"/>
        <a:buFont typeface="Wingdings 2" panose="05020102010507070707" pitchFamily="18" charset="2"/>
        <a:buChar char=""/>
        <a:defRPr sz="20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image" Target="../media/image25.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image" Target="../media/image27.png" /><Relationship Id="rId1" Type="http://schemas.openxmlformats.org/officeDocument/2006/relationships/slideLayout" Target="../slideLayouts/slideLayout2.xml" /><Relationship Id="rId4" Type="http://schemas.openxmlformats.org/officeDocument/2006/relationships/image" Target="../media/image29.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30.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32.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33.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36.png" /><Relationship Id="rId2" Type="http://schemas.openxmlformats.org/officeDocument/2006/relationships/image" Target="../media/image35.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image" Target="../media/image37.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40.jpeg" /><Relationship Id="rId2" Type="http://schemas.openxmlformats.org/officeDocument/2006/relationships/image" Target="../media/image39.jpeg" /><Relationship Id="rId1" Type="http://schemas.openxmlformats.org/officeDocument/2006/relationships/slideLayout" Target="../slideLayouts/slideLayout2.xml" /><Relationship Id="rId6" Type="http://schemas.openxmlformats.org/officeDocument/2006/relationships/image" Target="../media/image43.jpeg" /><Relationship Id="rId5" Type="http://schemas.openxmlformats.org/officeDocument/2006/relationships/image" Target="../media/image42.jpeg" /><Relationship Id="rId4" Type="http://schemas.openxmlformats.org/officeDocument/2006/relationships/image" Target="../media/image41.jpeg" /></Relationships>
</file>

<file path=ppt/slides/_rels/slide28.xml.rels><?xml version="1.0" encoding="UTF-8" standalone="yes"?>
<Relationships xmlns="http://schemas.openxmlformats.org/package/2006/relationships"><Relationship Id="rId3" Type="http://schemas.openxmlformats.org/officeDocument/2006/relationships/image" Target="../media/image44.gif" /><Relationship Id="rId2" Type="http://schemas.openxmlformats.org/officeDocument/2006/relationships/notesSlide" Target="../notesSlides/notesSlide5.xml" /><Relationship Id="rId1" Type="http://schemas.openxmlformats.org/officeDocument/2006/relationships/slideLayout" Target="../slideLayouts/slideLayout6.xml" /></Relationships>
</file>

<file path=ppt/slides/_rels/slide29.xml.rels><?xml version="1.0" encoding="UTF-8" standalone="yes"?>
<Relationships xmlns="http://schemas.openxmlformats.org/package/2006/relationships"><Relationship Id="rId8" Type="http://schemas.openxmlformats.org/officeDocument/2006/relationships/image" Target="../media/image47.wmf" /><Relationship Id="rId13" Type="http://schemas.openxmlformats.org/officeDocument/2006/relationships/oleObject" Target="../embeddings/oleObject6.bin" /><Relationship Id="rId18" Type="http://schemas.openxmlformats.org/officeDocument/2006/relationships/image" Target="../media/image52.wmf" /><Relationship Id="rId3" Type="http://schemas.openxmlformats.org/officeDocument/2006/relationships/oleObject" Target="../embeddings/oleObject1.bin" /><Relationship Id="rId7" Type="http://schemas.openxmlformats.org/officeDocument/2006/relationships/oleObject" Target="../embeddings/oleObject3.bin" /><Relationship Id="rId12" Type="http://schemas.openxmlformats.org/officeDocument/2006/relationships/image" Target="../media/image49.wmf" /><Relationship Id="rId17" Type="http://schemas.openxmlformats.org/officeDocument/2006/relationships/oleObject" Target="../embeddings/oleObject8.bin" /><Relationship Id="rId2" Type="http://schemas.openxmlformats.org/officeDocument/2006/relationships/image" Target="../media/image40.jpeg" /><Relationship Id="rId16" Type="http://schemas.openxmlformats.org/officeDocument/2006/relationships/image" Target="../media/image51.wmf" /><Relationship Id="rId1" Type="http://schemas.openxmlformats.org/officeDocument/2006/relationships/slideLayout" Target="../slideLayouts/slideLayout2.xml" /><Relationship Id="rId6" Type="http://schemas.openxmlformats.org/officeDocument/2006/relationships/image" Target="../media/image46.wmf" /><Relationship Id="rId11" Type="http://schemas.openxmlformats.org/officeDocument/2006/relationships/oleObject" Target="../embeddings/oleObject5.bin" /><Relationship Id="rId5" Type="http://schemas.openxmlformats.org/officeDocument/2006/relationships/oleObject" Target="../embeddings/oleObject2.bin" /><Relationship Id="rId15" Type="http://schemas.openxmlformats.org/officeDocument/2006/relationships/oleObject" Target="../embeddings/oleObject7.bin" /><Relationship Id="rId10" Type="http://schemas.openxmlformats.org/officeDocument/2006/relationships/image" Target="../media/image48.wmf" /><Relationship Id="rId4" Type="http://schemas.openxmlformats.org/officeDocument/2006/relationships/image" Target="../media/image45.wmf" /><Relationship Id="rId9" Type="http://schemas.openxmlformats.org/officeDocument/2006/relationships/oleObject" Target="../embeddings/oleObject4.bin" /><Relationship Id="rId14" Type="http://schemas.openxmlformats.org/officeDocument/2006/relationships/image" Target="../media/image50.wmf" /></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bin" /><Relationship Id="rId13" Type="http://schemas.openxmlformats.org/officeDocument/2006/relationships/image" Target="../media/image57.wmf" /><Relationship Id="rId3" Type="http://schemas.openxmlformats.org/officeDocument/2006/relationships/image" Target="../media/image53.emf" /><Relationship Id="rId7" Type="http://schemas.openxmlformats.org/officeDocument/2006/relationships/image" Target="../media/image54.wmf" /><Relationship Id="rId12" Type="http://schemas.openxmlformats.org/officeDocument/2006/relationships/oleObject" Target="../embeddings/oleObject14.bin" /><Relationship Id="rId17" Type="http://schemas.openxmlformats.org/officeDocument/2006/relationships/image" Target="../media/image59.wmf" /><Relationship Id="rId2" Type="http://schemas.openxmlformats.org/officeDocument/2006/relationships/oleObject" Target="../embeddings/oleObject9.bin" /><Relationship Id="rId16" Type="http://schemas.openxmlformats.org/officeDocument/2006/relationships/oleObject" Target="../embeddings/oleObject16.bin" /><Relationship Id="rId1" Type="http://schemas.openxmlformats.org/officeDocument/2006/relationships/slideLayout" Target="../slideLayouts/slideLayout2.xml" /><Relationship Id="rId6" Type="http://schemas.openxmlformats.org/officeDocument/2006/relationships/oleObject" Target="../embeddings/oleObject11.bin" /><Relationship Id="rId11" Type="http://schemas.openxmlformats.org/officeDocument/2006/relationships/image" Target="../media/image56.emf" /><Relationship Id="rId5" Type="http://schemas.openxmlformats.org/officeDocument/2006/relationships/image" Target="../media/image52.wmf" /><Relationship Id="rId15" Type="http://schemas.openxmlformats.org/officeDocument/2006/relationships/image" Target="../media/image58.wmf" /><Relationship Id="rId10" Type="http://schemas.openxmlformats.org/officeDocument/2006/relationships/oleObject" Target="../embeddings/oleObject13.bin" /><Relationship Id="rId4" Type="http://schemas.openxmlformats.org/officeDocument/2006/relationships/oleObject" Target="../embeddings/oleObject10.bin" /><Relationship Id="rId9" Type="http://schemas.openxmlformats.org/officeDocument/2006/relationships/image" Target="../media/image55.wmf" /><Relationship Id="rId14" Type="http://schemas.openxmlformats.org/officeDocument/2006/relationships/oleObject" Target="../embeddings/oleObject15.bin" /></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7.bin" /><Relationship Id="rId2" Type="http://schemas.openxmlformats.org/officeDocument/2006/relationships/notesSlide" Target="../notesSlides/notesSlide6.xml" /><Relationship Id="rId1" Type="http://schemas.openxmlformats.org/officeDocument/2006/relationships/slideLayout" Target="../slideLayouts/slideLayout12.xml" /><Relationship Id="rId6" Type="http://schemas.openxmlformats.org/officeDocument/2006/relationships/image" Target="../media/image61.wmf" /><Relationship Id="rId5" Type="http://schemas.openxmlformats.org/officeDocument/2006/relationships/oleObject" Target="../embeddings/oleObject18.bin" /><Relationship Id="rId4" Type="http://schemas.openxmlformats.org/officeDocument/2006/relationships/image" Target="../media/image60.wmf" /></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9.bin" /><Relationship Id="rId2" Type="http://schemas.openxmlformats.org/officeDocument/2006/relationships/notesSlide" Target="../notesSlides/notesSlide7.xml" /><Relationship Id="rId1" Type="http://schemas.openxmlformats.org/officeDocument/2006/relationships/slideLayout" Target="../slideLayouts/slideLayout12.xml" /><Relationship Id="rId4" Type="http://schemas.openxmlformats.org/officeDocument/2006/relationships/image" Target="../media/image62.wmf" /></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 /><Relationship Id="rId2" Type="http://schemas.openxmlformats.org/officeDocument/2006/relationships/notesSlide" Target="../notesSlides/notesSlide8.xml" /><Relationship Id="rId1" Type="http://schemas.openxmlformats.org/officeDocument/2006/relationships/slideLayout" Target="../slideLayouts/slideLayout12.xml" /><Relationship Id="rId6" Type="http://schemas.openxmlformats.org/officeDocument/2006/relationships/image" Target="../media/image54.wmf" /><Relationship Id="rId5" Type="http://schemas.openxmlformats.org/officeDocument/2006/relationships/oleObject" Target="../embeddings/oleObject11.bin" /><Relationship Id="rId4" Type="http://schemas.openxmlformats.org/officeDocument/2006/relationships/image" Target="../media/image52.wmf" /></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 /><Relationship Id="rId2" Type="http://schemas.openxmlformats.org/officeDocument/2006/relationships/notesSlide" Target="../notesSlides/notesSlide9.xml" /><Relationship Id="rId1" Type="http://schemas.openxmlformats.org/officeDocument/2006/relationships/slideLayout" Target="../slideLayouts/slideLayout13.xml" /><Relationship Id="rId6" Type="http://schemas.openxmlformats.org/officeDocument/2006/relationships/image" Target="../media/image64.wmf" /><Relationship Id="rId5" Type="http://schemas.openxmlformats.org/officeDocument/2006/relationships/oleObject" Target="../embeddings/oleObject21.bin" /><Relationship Id="rId4" Type="http://schemas.openxmlformats.org/officeDocument/2006/relationships/image" Target="../media/image63.emf"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image" Target="../media/image65.png" /><Relationship Id="rId2" Type="http://schemas.openxmlformats.org/officeDocument/2006/relationships/notesSlide" Target="../notesSlides/notesSlide12.xml" /><Relationship Id="rId1" Type="http://schemas.openxmlformats.org/officeDocument/2006/relationships/slideLayout" Target="../slideLayouts/slideLayout2.xml" /><Relationship Id="rId4" Type="http://schemas.openxmlformats.org/officeDocument/2006/relationships/image" Target="../media/image66.png" /></Relationships>
</file>

<file path=ppt/slides/_rels/slide40.xml.rels><?xml version="1.0" encoding="UTF-8" standalone="yes"?>
<Relationships xmlns="http://schemas.openxmlformats.org/package/2006/relationships"><Relationship Id="rId2" Type="http://schemas.openxmlformats.org/officeDocument/2006/relationships/image" Target="../media/image66.pn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3" Type="http://schemas.openxmlformats.org/officeDocument/2006/relationships/image" Target="../media/image68.png" /><Relationship Id="rId2" Type="http://schemas.openxmlformats.org/officeDocument/2006/relationships/image" Target="../media/image67.png" /><Relationship Id="rId1" Type="http://schemas.openxmlformats.org/officeDocument/2006/relationships/slideLayout" Target="../slideLayouts/slideLayout2.xml" /><Relationship Id="rId4" Type="http://schemas.openxmlformats.org/officeDocument/2006/relationships/image" Target="../media/image69.png" /></Relationships>
</file>

<file path=ppt/slides/_rels/slide42.xml.rels><?xml version="1.0" encoding="UTF-8" standalone="yes"?>
<Relationships xmlns="http://schemas.openxmlformats.org/package/2006/relationships"><Relationship Id="rId3" Type="http://schemas.openxmlformats.org/officeDocument/2006/relationships/image" Target="../media/image71.png" /><Relationship Id="rId2" Type="http://schemas.openxmlformats.org/officeDocument/2006/relationships/image" Target="../media/image70.pn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72.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image" Target="../media/image73.pn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3" Type="http://schemas.openxmlformats.org/officeDocument/2006/relationships/image" Target="../media/image75.png" /><Relationship Id="rId7" Type="http://schemas.openxmlformats.org/officeDocument/2006/relationships/image" Target="../media/image79.png" /><Relationship Id="rId2" Type="http://schemas.openxmlformats.org/officeDocument/2006/relationships/image" Target="../media/image74.png" /><Relationship Id="rId1" Type="http://schemas.openxmlformats.org/officeDocument/2006/relationships/slideLayout" Target="../slideLayouts/slideLayout2.xml" /><Relationship Id="rId6" Type="http://schemas.openxmlformats.org/officeDocument/2006/relationships/image" Target="../media/image78.png" /><Relationship Id="rId5" Type="http://schemas.openxmlformats.org/officeDocument/2006/relationships/image" Target="../media/image77.png" /><Relationship Id="rId4" Type="http://schemas.openxmlformats.org/officeDocument/2006/relationships/image" Target="../media/image76.png" /></Relationships>
</file>

<file path=ppt/slides/_rels/slide46.xml.rels><?xml version="1.0" encoding="UTF-8" standalone="yes"?>
<Relationships xmlns="http://schemas.openxmlformats.org/package/2006/relationships"><Relationship Id="rId2" Type="http://schemas.openxmlformats.org/officeDocument/2006/relationships/image" Target="../media/image80.pn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81.png"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3" Type="http://schemas.openxmlformats.org/officeDocument/2006/relationships/image" Target="../media/image83.png" /><Relationship Id="rId2" Type="http://schemas.openxmlformats.org/officeDocument/2006/relationships/image" Target="../media/image82.png" /><Relationship Id="rId1" Type="http://schemas.openxmlformats.org/officeDocument/2006/relationships/slideLayout" Target="../slideLayouts/slideLayout2.xml" /><Relationship Id="rId5" Type="http://schemas.openxmlformats.org/officeDocument/2006/relationships/image" Target="../media/image85.png" /><Relationship Id="rId4" Type="http://schemas.openxmlformats.org/officeDocument/2006/relationships/image" Target="../media/image84.png" /></Relationships>
</file>

<file path=ppt/slides/_rels/slide49.xml.rels><?xml version="1.0" encoding="UTF-8" standalone="yes"?>
<Relationships xmlns="http://schemas.openxmlformats.org/package/2006/relationships"><Relationship Id="rId3" Type="http://schemas.openxmlformats.org/officeDocument/2006/relationships/image" Target="../media/image87.png" /><Relationship Id="rId2" Type="http://schemas.openxmlformats.org/officeDocument/2006/relationships/image" Target="../media/image86.png" /><Relationship Id="rId1" Type="http://schemas.openxmlformats.org/officeDocument/2006/relationships/slideLayout" Target="../slideLayouts/slideLayout2.xml" /><Relationship Id="rId4" Type="http://schemas.openxmlformats.org/officeDocument/2006/relationships/image" Target="../media/image88.png" /></Relationships>
</file>

<file path=ppt/slides/_rels/slide50.xml.rels><?xml version="1.0" encoding="UTF-8" standalone="yes"?>
<Relationships xmlns="http://schemas.openxmlformats.org/package/2006/relationships"><Relationship Id="rId2" Type="http://schemas.openxmlformats.org/officeDocument/2006/relationships/image" Target="../media/image89.pn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3" Type="http://schemas.openxmlformats.org/officeDocument/2006/relationships/image" Target="../media/image91.png" /><Relationship Id="rId2" Type="http://schemas.openxmlformats.org/officeDocument/2006/relationships/image" Target="../media/image90.png" /><Relationship Id="rId1" Type="http://schemas.openxmlformats.org/officeDocument/2006/relationships/slideLayout" Target="../slideLayouts/slideLayout2.xml" /><Relationship Id="rId5" Type="http://schemas.openxmlformats.org/officeDocument/2006/relationships/image" Target="../media/image93.png" /><Relationship Id="rId4" Type="http://schemas.openxmlformats.org/officeDocument/2006/relationships/image" Target="../media/image92.png" /></Relationships>
</file>

<file path=ppt/slides/_rels/slide52.xml.rels><?xml version="1.0" encoding="UTF-8" standalone="yes"?>
<Relationships xmlns="http://schemas.openxmlformats.org/package/2006/relationships"><Relationship Id="rId8" Type="http://schemas.openxmlformats.org/officeDocument/2006/relationships/image" Target="../media/image100.png" /><Relationship Id="rId3" Type="http://schemas.openxmlformats.org/officeDocument/2006/relationships/image" Target="../media/image95.png" /><Relationship Id="rId7" Type="http://schemas.openxmlformats.org/officeDocument/2006/relationships/image" Target="../media/image99.png" /><Relationship Id="rId2" Type="http://schemas.openxmlformats.org/officeDocument/2006/relationships/image" Target="../media/image94.png" /><Relationship Id="rId1" Type="http://schemas.openxmlformats.org/officeDocument/2006/relationships/slideLayout" Target="../slideLayouts/slideLayout2.xml" /><Relationship Id="rId6" Type="http://schemas.openxmlformats.org/officeDocument/2006/relationships/image" Target="../media/image98.png" /><Relationship Id="rId5" Type="http://schemas.openxmlformats.org/officeDocument/2006/relationships/image" Target="../media/image97.png" /><Relationship Id="rId4" Type="http://schemas.openxmlformats.org/officeDocument/2006/relationships/image" Target="../media/image96.png" /><Relationship Id="rId9" Type="http://schemas.openxmlformats.org/officeDocument/2006/relationships/image" Target="../media/image101.png" /></Relationships>
</file>

<file path=ppt/slides/_rels/slide53.xml.rels><?xml version="1.0" encoding="UTF-8" standalone="yes"?>
<Relationships xmlns="http://schemas.openxmlformats.org/package/2006/relationships"><Relationship Id="rId3" Type="http://schemas.openxmlformats.org/officeDocument/2006/relationships/image" Target="../media/image102.png" /><Relationship Id="rId2" Type="http://schemas.openxmlformats.org/officeDocument/2006/relationships/image" Target="../media/image65.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3" Type="http://schemas.openxmlformats.org/officeDocument/2006/relationships/image" Target="../media/image104.png" /><Relationship Id="rId2" Type="http://schemas.openxmlformats.org/officeDocument/2006/relationships/image" Target="../media/image103.png"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image" Target="../media/image106.png" /><Relationship Id="rId2" Type="http://schemas.openxmlformats.org/officeDocument/2006/relationships/image" Target="../media/image105.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3" Type="http://schemas.openxmlformats.org/officeDocument/2006/relationships/image" Target="../media/image108.png" /><Relationship Id="rId2" Type="http://schemas.openxmlformats.org/officeDocument/2006/relationships/image" Target="../media/image107.png"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3" Type="http://schemas.openxmlformats.org/officeDocument/2006/relationships/image" Target="../media/image110.png" /><Relationship Id="rId2" Type="http://schemas.openxmlformats.org/officeDocument/2006/relationships/image" Target="../media/image109.png"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111.pn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image" Target="../media/image112.png"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3" Type="http://schemas.openxmlformats.org/officeDocument/2006/relationships/image" Target="../media/image114.png" /><Relationship Id="rId2" Type="http://schemas.openxmlformats.org/officeDocument/2006/relationships/image" Target="../media/image113.png"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3" Type="http://schemas.openxmlformats.org/officeDocument/2006/relationships/image" Target="../media/image116.png" /><Relationship Id="rId2" Type="http://schemas.openxmlformats.org/officeDocument/2006/relationships/image" Target="../media/image115.png" /><Relationship Id="rId1" Type="http://schemas.openxmlformats.org/officeDocument/2006/relationships/slideLayout" Target="../slideLayouts/slideLayout2.xml" /><Relationship Id="rId4" Type="http://schemas.openxmlformats.org/officeDocument/2006/relationships/image" Target="../media/image117.png" /></Relationships>
</file>

<file path=ppt/slides/_rels/slide62.xml.rels><?xml version="1.0" encoding="UTF-8" standalone="yes"?>
<Relationships xmlns="http://schemas.openxmlformats.org/package/2006/relationships"><Relationship Id="rId3" Type="http://schemas.openxmlformats.org/officeDocument/2006/relationships/image" Target="../media/image119.png" /><Relationship Id="rId2" Type="http://schemas.openxmlformats.org/officeDocument/2006/relationships/image" Target="../media/image118.png" /><Relationship Id="rId1" Type="http://schemas.openxmlformats.org/officeDocument/2006/relationships/slideLayout" Target="../slideLayouts/slideLayout2.xml" /><Relationship Id="rId5" Type="http://schemas.openxmlformats.org/officeDocument/2006/relationships/image" Target="../media/image121.png" /><Relationship Id="rId4" Type="http://schemas.openxmlformats.org/officeDocument/2006/relationships/image" Target="../media/image120.png" /></Relationships>
</file>

<file path=ppt/slides/_rels/slide63.xml.rels><?xml version="1.0" encoding="UTF-8" standalone="yes"?>
<Relationships xmlns="http://schemas.openxmlformats.org/package/2006/relationships"><Relationship Id="rId2" Type="http://schemas.openxmlformats.org/officeDocument/2006/relationships/image" Target="../media/image122.emf"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3" Type="http://schemas.openxmlformats.org/officeDocument/2006/relationships/image" Target="../media/image124.png" /><Relationship Id="rId2" Type="http://schemas.openxmlformats.org/officeDocument/2006/relationships/image" Target="../media/image123.png"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3" Type="http://schemas.openxmlformats.org/officeDocument/2006/relationships/image" Target="../media/image126.png" /><Relationship Id="rId2" Type="http://schemas.openxmlformats.org/officeDocument/2006/relationships/image" Target="../media/image125.png"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3" Type="http://schemas.openxmlformats.org/officeDocument/2006/relationships/image" Target="../media/image128.png" /><Relationship Id="rId2" Type="http://schemas.openxmlformats.org/officeDocument/2006/relationships/image" Target="../media/image127.png" /><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3" Type="http://schemas.openxmlformats.org/officeDocument/2006/relationships/image" Target="../media/image130.png" /><Relationship Id="rId2" Type="http://schemas.openxmlformats.org/officeDocument/2006/relationships/image" Target="../media/image129.png" /><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3" Type="http://schemas.openxmlformats.org/officeDocument/2006/relationships/image" Target="../media/image132.png" /><Relationship Id="rId2" Type="http://schemas.openxmlformats.org/officeDocument/2006/relationships/image" Target="../media/image131.png" /><Relationship Id="rId1" Type="http://schemas.openxmlformats.org/officeDocument/2006/relationships/slideLayout" Target="../slideLayouts/slideLayout2.xml" /><Relationship Id="rId4" Type="http://schemas.openxmlformats.org/officeDocument/2006/relationships/image" Target="../media/image133.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3" Type="http://schemas.openxmlformats.org/officeDocument/2006/relationships/image" Target="../media/image135.png" /><Relationship Id="rId2" Type="http://schemas.openxmlformats.org/officeDocument/2006/relationships/image" Target="../media/image134.png" /><Relationship Id="rId1" Type="http://schemas.openxmlformats.org/officeDocument/2006/relationships/slideLayout" Target="../slideLayouts/slideLayout2.xml" /><Relationship Id="rId4" Type="http://schemas.openxmlformats.org/officeDocument/2006/relationships/image" Target="../media/image136.png" /></Relationships>
</file>

<file path=ppt/slides/_rels/slide71.xml.rels><?xml version="1.0" encoding="UTF-8" standalone="yes"?>
<Relationships xmlns="http://schemas.openxmlformats.org/package/2006/relationships"><Relationship Id="rId2" Type="http://schemas.openxmlformats.org/officeDocument/2006/relationships/image" Target="../media/image137.png"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2" Type="http://schemas.openxmlformats.org/officeDocument/2006/relationships/image" Target="../media/image138.png" /><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2" Type="http://schemas.openxmlformats.org/officeDocument/2006/relationships/image" Target="../media/image139.png" /><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2" Type="http://schemas.openxmlformats.org/officeDocument/2006/relationships/image" Target="../media/image140.png"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image" Target="../media/image141.emf"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3" Type="http://schemas.openxmlformats.org/officeDocument/2006/relationships/image" Target="../media/image143.emf" /><Relationship Id="rId2" Type="http://schemas.openxmlformats.org/officeDocument/2006/relationships/image" Target="../media/image142.emf" /><Relationship Id="rId1" Type="http://schemas.openxmlformats.org/officeDocument/2006/relationships/slideLayout" Target="../slideLayouts/slideLayout2.xml" /><Relationship Id="rId5" Type="http://schemas.openxmlformats.org/officeDocument/2006/relationships/image" Target="../media/image145.emf" /><Relationship Id="rId4" Type="http://schemas.openxmlformats.org/officeDocument/2006/relationships/image" Target="../media/image144.emf" /></Relationships>
</file>

<file path=ppt/slides/_rels/slide77.xml.rels><?xml version="1.0" encoding="UTF-8" standalone="yes"?>
<Relationships xmlns="http://schemas.openxmlformats.org/package/2006/relationships"><Relationship Id="rId3" Type="http://schemas.openxmlformats.org/officeDocument/2006/relationships/image" Target="../media/image147.png" /><Relationship Id="rId2" Type="http://schemas.openxmlformats.org/officeDocument/2006/relationships/image" Target="../media/image146.png"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3" Type="http://schemas.openxmlformats.org/officeDocument/2006/relationships/image" Target="../media/image149.png" /><Relationship Id="rId2" Type="http://schemas.openxmlformats.org/officeDocument/2006/relationships/image" Target="../media/image148.png" /><Relationship Id="rId1" Type="http://schemas.openxmlformats.org/officeDocument/2006/relationships/slideLayout" Target="../slideLayouts/slideLayout2.xml" /><Relationship Id="rId6" Type="http://schemas.openxmlformats.org/officeDocument/2006/relationships/image" Target="../media/image152.png" /><Relationship Id="rId5" Type="http://schemas.openxmlformats.org/officeDocument/2006/relationships/image" Target="../media/image151.png" /><Relationship Id="rId4" Type="http://schemas.openxmlformats.org/officeDocument/2006/relationships/image" Target="../media/image15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0C0985B5-A629-4657-B92C-98FDF68E49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0713E4B4-5B53-4778-A294-B7E12E083F01}" type="slidenum">
              <a:rPr lang="en-US" altLang="en-US" sz="1200" smtClean="0">
                <a:solidFill>
                  <a:srgbClr val="D38E27"/>
                </a:solidFill>
              </a:rPr>
              <a:pPr>
                <a:spcBef>
                  <a:spcPct val="0"/>
                </a:spcBef>
                <a:buClrTx/>
                <a:buSzTx/>
                <a:buFontTx/>
                <a:buNone/>
              </a:pPr>
              <a:t>1</a:t>
            </a:fld>
            <a:endParaRPr lang="en-US" altLang="en-US" sz="1200">
              <a:solidFill>
                <a:srgbClr val="D38E27"/>
              </a:solidFill>
            </a:endParaRPr>
          </a:p>
        </p:txBody>
      </p:sp>
      <p:sp>
        <p:nvSpPr>
          <p:cNvPr id="4" name="Title 3">
            <a:extLst>
              <a:ext uri="{FF2B5EF4-FFF2-40B4-BE49-F238E27FC236}">
                <a16:creationId xmlns:a16="http://schemas.microsoft.com/office/drawing/2014/main" id="{69ED37EC-010A-1498-B5DC-ED7A432EA2A0}"/>
              </a:ext>
            </a:extLst>
          </p:cNvPr>
          <p:cNvSpPr>
            <a:spLocks noGrp="1"/>
          </p:cNvSpPr>
          <p:nvPr>
            <p:ph type="ctrTitle"/>
          </p:nvPr>
        </p:nvSpPr>
        <p:spPr>
          <a:xfrm>
            <a:off x="342900" y="1738398"/>
            <a:ext cx="8458200" cy="1222375"/>
          </a:xfrm>
        </p:spPr>
        <p:txBody>
          <a:bodyPr/>
          <a:lstStyle/>
          <a:p>
            <a:pPr>
              <a:defRPr/>
            </a:pPr>
            <a:r>
              <a:rPr lang="en-US" sz="3200" dirty="0"/>
              <a:t>DYNAMIC CIRCUIT BEHAVIOR, OSCILLATIONS </a:t>
            </a:r>
            <a:endParaRPr lang="en-NG" sz="3200" dirty="0"/>
          </a:p>
        </p:txBody>
      </p:sp>
      <p:pic>
        <p:nvPicPr>
          <p:cNvPr id="14340" name="Picture 5" descr="Time Response Analysis and Standard Test Signals | Control Systems 2.1">
            <a:extLst>
              <a:ext uri="{FF2B5EF4-FFF2-40B4-BE49-F238E27FC236}">
                <a16:creationId xmlns:a16="http://schemas.microsoft.com/office/drawing/2014/main" id="{BF6B939A-1414-BFBF-2813-88944E655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19438"/>
            <a:ext cx="568325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Box 4">
            <a:extLst>
              <a:ext uri="{FF2B5EF4-FFF2-40B4-BE49-F238E27FC236}">
                <a16:creationId xmlns:a16="http://schemas.microsoft.com/office/drawing/2014/main" id="{2A4CBB55-1ECF-054F-A91D-5124360AFC53}"/>
              </a:ext>
            </a:extLst>
          </p:cNvPr>
          <p:cNvSpPr txBox="1">
            <a:spLocks noChangeArrowheads="1"/>
          </p:cNvSpPr>
          <p:nvPr/>
        </p:nvSpPr>
        <p:spPr bwMode="auto">
          <a:xfrm>
            <a:off x="762000" y="415925"/>
            <a:ext cx="50292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DEPARTMENT OF ELECTRICAL AND ELECTRONIC ENGINEERING</a:t>
            </a:r>
            <a:br>
              <a:rPr lang="en-US" altLang="en-US" sz="1800">
                <a:solidFill>
                  <a:schemeClr val="tx1"/>
                </a:solidFill>
                <a:latin typeface="Arial" panose="020B0604020202020204" pitchFamily="34" charset="0"/>
              </a:rPr>
            </a:br>
            <a:r>
              <a:rPr lang="en-US" altLang="en-US" sz="1800">
                <a:solidFill>
                  <a:schemeClr val="tx1"/>
                </a:solidFill>
                <a:latin typeface="Arial" panose="020B0604020202020204" pitchFamily="34" charset="0"/>
              </a:rPr>
              <a:t>NIGERIAN DEFENCE ACADEMY(NDA)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E9779-A461-3436-2934-B2B8C2D105AF}"/>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16387" name="Content Placeholder 2">
            <a:extLst>
              <a:ext uri="{FF2B5EF4-FFF2-40B4-BE49-F238E27FC236}">
                <a16:creationId xmlns:a16="http://schemas.microsoft.com/office/drawing/2014/main" id="{2CF60205-B7C5-440D-22AB-6D2472105AB0}"/>
              </a:ext>
            </a:extLst>
          </p:cNvPr>
          <p:cNvSpPr>
            <a:spLocks noGrp="1"/>
          </p:cNvSpPr>
          <p:nvPr>
            <p:ph idx="1"/>
          </p:nvPr>
        </p:nvSpPr>
        <p:spPr/>
        <p:txBody>
          <a:bodyPr/>
          <a:lstStyle/>
          <a:p>
            <a:pPr algn="just" eaLnBrk="1" hangingPunct="1"/>
            <a:r>
              <a:rPr lang="en-US" altLang="en-US">
                <a:latin typeface="Times New Roman" panose="02020603050405020304" pitchFamily="18" charset="0"/>
              </a:rPr>
              <a:t>A capacitor is a passive element designed to store energy in its electric field. Besides resistors, capacitors are the most common electrical components.</a:t>
            </a:r>
          </a:p>
        </p:txBody>
      </p:sp>
      <p:sp>
        <p:nvSpPr>
          <p:cNvPr id="16388" name="Slide Number Placeholder 4">
            <a:extLst>
              <a:ext uri="{FF2B5EF4-FFF2-40B4-BE49-F238E27FC236}">
                <a16:creationId xmlns:a16="http://schemas.microsoft.com/office/drawing/2014/main" id="{DF7616A9-3323-303A-B888-8B5D692907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F46354D0-7FA3-490C-8773-E81299CF4AF7}" type="slidenum">
              <a:rPr lang="en-US" altLang="en-US" sz="1200" smtClean="0">
                <a:solidFill>
                  <a:srgbClr val="D38E27"/>
                </a:solidFill>
              </a:rPr>
              <a:pPr>
                <a:spcBef>
                  <a:spcPct val="0"/>
                </a:spcBef>
                <a:buClrTx/>
                <a:buSzTx/>
                <a:buFontTx/>
                <a:buNone/>
              </a:pPr>
              <a:t>2</a:t>
            </a:fld>
            <a:endParaRPr lang="en-US" altLang="en-US" sz="1200">
              <a:solidFill>
                <a:srgbClr val="D38E2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7F82-A16C-9729-BE60-C0C3A6C5507B}"/>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3" name="Content Placeholder 2">
            <a:extLst>
              <a:ext uri="{FF2B5EF4-FFF2-40B4-BE49-F238E27FC236}">
                <a16:creationId xmlns:a16="http://schemas.microsoft.com/office/drawing/2014/main" id="{C66DA115-48BE-0A62-30C7-486CBF950FCA}"/>
              </a:ext>
            </a:extLst>
          </p:cNvPr>
          <p:cNvSpPr>
            <a:spLocks noGrp="1"/>
          </p:cNvSpPr>
          <p:nvPr>
            <p:ph idx="1"/>
          </p:nvPr>
        </p:nvSpPr>
        <p:spPr/>
        <p:txBody>
          <a:bodyPr>
            <a:normAutofit fontScale="92500" lnSpcReduction="20000"/>
          </a:bodyPr>
          <a:lstStyle/>
          <a:p>
            <a:pPr eaLnBrk="1" fontAlgn="auto" hangingPunct="1">
              <a:spcAft>
                <a:spcPts val="0"/>
              </a:spcAft>
              <a:buFont typeface="Wingdings 2"/>
              <a:buChar char=""/>
              <a:defRPr/>
            </a:pPr>
            <a:r>
              <a:rPr lang="en-US" dirty="0"/>
              <a:t>Capacitance is the ratio of Charge per plate  and Voltage applied</a:t>
            </a:r>
          </a:p>
          <a:p>
            <a:pPr eaLnBrk="1" fontAlgn="auto" hangingPunct="1">
              <a:spcAft>
                <a:spcPts val="0"/>
              </a:spcAft>
              <a:buFont typeface="Wingdings 2"/>
              <a:buNone/>
              <a:defRPr/>
            </a:pPr>
            <a:r>
              <a:rPr lang="en-US" dirty="0"/>
              <a:t>					C = q/v………. (1)</a:t>
            </a:r>
          </a:p>
          <a:p>
            <a:pPr eaLnBrk="1" fontAlgn="auto" hangingPunct="1">
              <a:spcAft>
                <a:spcPts val="0"/>
              </a:spcAft>
              <a:buFont typeface="Wingdings 2"/>
              <a:buNone/>
              <a:defRPr/>
            </a:pPr>
            <a:r>
              <a:rPr lang="en-US" dirty="0"/>
              <a:t>But it doesn’t depend on charge and voltage but</a:t>
            </a:r>
          </a:p>
          <a:p>
            <a:pPr eaLnBrk="1" fontAlgn="auto" hangingPunct="1">
              <a:spcAft>
                <a:spcPts val="0"/>
              </a:spcAft>
              <a:buFont typeface="Wingdings 2"/>
              <a:buNone/>
              <a:defRPr/>
            </a:pPr>
            <a:r>
              <a:rPr lang="en-US" dirty="0"/>
              <a:t>the physical dimension of the capacitor, so</a:t>
            </a:r>
          </a:p>
          <a:p>
            <a:pPr eaLnBrk="1" fontAlgn="auto" hangingPunct="1">
              <a:spcAft>
                <a:spcPts val="0"/>
              </a:spcAft>
              <a:buFont typeface="Wingdings 2"/>
              <a:buNone/>
              <a:defRPr/>
            </a:pPr>
            <a:endParaRPr lang="en-US" dirty="0"/>
          </a:p>
          <a:p>
            <a:pPr eaLnBrk="1" fontAlgn="auto" hangingPunct="1">
              <a:spcAft>
                <a:spcPts val="0"/>
              </a:spcAft>
              <a:buFont typeface="Wingdings 2"/>
              <a:buNone/>
              <a:defRPr/>
            </a:pPr>
            <a:endParaRPr lang="en-US" dirty="0"/>
          </a:p>
          <a:p>
            <a:pPr eaLnBrk="1" fontAlgn="auto" hangingPunct="1">
              <a:spcAft>
                <a:spcPts val="0"/>
              </a:spcAft>
              <a:buFont typeface="Wingdings 2"/>
              <a:buNone/>
              <a:defRPr/>
            </a:pPr>
            <a:r>
              <a:rPr lang="en-US" dirty="0"/>
              <a:t>Where A = Surface Area of each plate, d = Distance </a:t>
            </a:r>
          </a:p>
          <a:p>
            <a:pPr eaLnBrk="1" fontAlgn="auto" hangingPunct="1">
              <a:spcAft>
                <a:spcPts val="0"/>
              </a:spcAft>
              <a:buFont typeface="Wingdings 2"/>
              <a:buNone/>
              <a:defRPr/>
            </a:pPr>
            <a:r>
              <a:rPr lang="en-US" dirty="0"/>
              <a:t>between the plated and </a:t>
            </a:r>
            <a:r>
              <a:rPr lang="az-Cyrl-AZ" dirty="0"/>
              <a:t>Є</a:t>
            </a:r>
            <a:r>
              <a:rPr lang="en-US" dirty="0"/>
              <a:t> = Permittivity of free </a:t>
            </a:r>
          </a:p>
          <a:p>
            <a:pPr eaLnBrk="1" fontAlgn="auto" hangingPunct="1">
              <a:spcAft>
                <a:spcPts val="0"/>
              </a:spcAft>
              <a:buFont typeface="Wingdings 2"/>
              <a:buNone/>
              <a:defRPr/>
            </a:pPr>
            <a:r>
              <a:rPr lang="en-US" dirty="0"/>
              <a:t>space</a:t>
            </a:r>
          </a:p>
        </p:txBody>
      </p:sp>
      <p:pic>
        <p:nvPicPr>
          <p:cNvPr id="18436" name="Picture 3">
            <a:extLst>
              <a:ext uri="{FF2B5EF4-FFF2-40B4-BE49-F238E27FC236}">
                <a16:creationId xmlns:a16="http://schemas.microsoft.com/office/drawing/2014/main" id="{A6F1A0BA-2E7D-2ED6-C5D4-B18B3800FC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657600"/>
            <a:ext cx="18700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Slide Number Placeholder 6">
            <a:extLst>
              <a:ext uri="{FF2B5EF4-FFF2-40B4-BE49-F238E27FC236}">
                <a16:creationId xmlns:a16="http://schemas.microsoft.com/office/drawing/2014/main" id="{BEA7C0C6-76D9-91CE-4E2B-42EDADAF716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68FCAB11-E7A6-4BEF-A3D8-A73ED42FFF2D}" type="slidenum">
              <a:rPr lang="en-US" altLang="en-US" sz="1200" smtClean="0">
                <a:solidFill>
                  <a:srgbClr val="D38E27"/>
                </a:solidFill>
              </a:rPr>
              <a:pPr>
                <a:spcBef>
                  <a:spcPct val="0"/>
                </a:spcBef>
                <a:buClrTx/>
                <a:buSzTx/>
                <a:buFontTx/>
                <a:buNone/>
              </a:pPr>
              <a:t>3</a:t>
            </a:fld>
            <a:endParaRPr lang="en-US" altLang="en-US" sz="1200">
              <a:solidFill>
                <a:srgbClr val="D38E2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B6AE-94E7-23CB-10CD-AB363B9BD0C4}"/>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20483" name="Content Placeholder 2">
            <a:extLst>
              <a:ext uri="{FF2B5EF4-FFF2-40B4-BE49-F238E27FC236}">
                <a16:creationId xmlns:a16="http://schemas.microsoft.com/office/drawing/2014/main" id="{9A8E37C5-E355-DE5C-DAFC-DC64B4E0241C}"/>
              </a:ext>
            </a:extLst>
          </p:cNvPr>
          <p:cNvSpPr>
            <a:spLocks noGrp="1"/>
          </p:cNvSpPr>
          <p:nvPr>
            <p:ph idx="1"/>
          </p:nvPr>
        </p:nvSpPr>
        <p:spPr/>
        <p:txBody>
          <a:bodyPr/>
          <a:lstStyle/>
          <a:p>
            <a:pPr eaLnBrk="1" hangingPunct="1"/>
            <a:r>
              <a:rPr lang="en-US" altLang="en-US"/>
              <a:t>Circuit symbols shows the fixed and variable capacitors.</a:t>
            </a:r>
          </a:p>
          <a:p>
            <a:pPr eaLnBrk="1" hangingPunct="1"/>
            <a:endParaRPr lang="en-US" altLang="en-US"/>
          </a:p>
          <a:p>
            <a:pPr eaLnBrk="1" hangingPunct="1"/>
            <a:r>
              <a:rPr lang="en-US" altLang="en-US"/>
              <a:t>To obtain the current-voltage relationship of the capacitor, we take the derivative of both sides of Eq. (1), since 	</a:t>
            </a:r>
            <a:r>
              <a:rPr lang="en-US" altLang="en-US" i="1"/>
              <a:t>i = dq/dt</a:t>
            </a:r>
          </a:p>
          <a:p>
            <a:pPr eaLnBrk="1" hangingPunct="1"/>
            <a:r>
              <a:rPr lang="en-US" altLang="en-US" i="1"/>
              <a:t>Differentiating both sides of eq. (1) gives </a:t>
            </a:r>
          </a:p>
          <a:p>
            <a:pPr eaLnBrk="1" hangingPunct="1">
              <a:buFont typeface="Wingdings 2" panose="05020102010507070707" pitchFamily="18" charset="2"/>
              <a:buNone/>
            </a:pPr>
            <a:r>
              <a:rPr lang="en-US" altLang="en-US" i="1"/>
              <a:t>				i = Cdv/dt ……… (2)</a:t>
            </a:r>
            <a:endParaRPr lang="en-US" altLang="en-US"/>
          </a:p>
        </p:txBody>
      </p:sp>
      <p:pic>
        <p:nvPicPr>
          <p:cNvPr id="20484" name="Picture 2">
            <a:extLst>
              <a:ext uri="{FF2B5EF4-FFF2-40B4-BE49-F238E27FC236}">
                <a16:creationId xmlns:a16="http://schemas.microsoft.com/office/drawing/2014/main" id="{B317ACE8-1A24-56AE-5247-E80267C5C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7337"/>
          <a:stretch>
            <a:fillRect/>
          </a:stretch>
        </p:blipFill>
        <p:spPr bwMode="auto">
          <a:xfrm>
            <a:off x="3048000" y="2133600"/>
            <a:ext cx="41576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Slide Number Placeholder 5">
            <a:extLst>
              <a:ext uri="{FF2B5EF4-FFF2-40B4-BE49-F238E27FC236}">
                <a16:creationId xmlns:a16="http://schemas.microsoft.com/office/drawing/2014/main" id="{66DBF133-614A-EC3B-FCB6-B50CCE151F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AFBE33D9-77F5-40DF-BF03-884EFB3749F3}" type="slidenum">
              <a:rPr lang="en-US" altLang="en-US" sz="1200" smtClean="0">
                <a:solidFill>
                  <a:srgbClr val="D38E27"/>
                </a:solidFill>
              </a:rPr>
              <a:pPr>
                <a:spcBef>
                  <a:spcPct val="0"/>
                </a:spcBef>
                <a:buClrTx/>
                <a:buSzTx/>
                <a:buFontTx/>
                <a:buNone/>
              </a:pPr>
              <a:t>4</a:t>
            </a:fld>
            <a:endParaRPr lang="en-US" altLang="en-US" sz="1200">
              <a:solidFill>
                <a:srgbClr val="D38E2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700E-6E0C-8AA3-8F1E-99493DA6D814}"/>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21507" name="Content Placeholder 2">
            <a:extLst>
              <a:ext uri="{FF2B5EF4-FFF2-40B4-BE49-F238E27FC236}">
                <a16:creationId xmlns:a16="http://schemas.microsoft.com/office/drawing/2014/main" id="{AC2718AD-A7B7-1376-18A1-5B64F2731D04}"/>
              </a:ext>
            </a:extLst>
          </p:cNvPr>
          <p:cNvSpPr>
            <a:spLocks noGrp="1"/>
          </p:cNvSpPr>
          <p:nvPr>
            <p:ph idx="1"/>
          </p:nvPr>
        </p:nvSpPr>
        <p:spPr/>
        <p:txBody>
          <a:bodyPr/>
          <a:lstStyle/>
          <a:p>
            <a:pPr eaLnBrk="1" hangingPunct="1"/>
            <a:r>
              <a:rPr lang="en-US" altLang="en-US"/>
              <a:t>The voltage-current relation of the capacitor can be obtained by integrating both sides of Eq. (2). We get</a:t>
            </a:r>
          </a:p>
        </p:txBody>
      </p:sp>
      <p:pic>
        <p:nvPicPr>
          <p:cNvPr id="21508" name="Picture 2">
            <a:extLst>
              <a:ext uri="{FF2B5EF4-FFF2-40B4-BE49-F238E27FC236}">
                <a16:creationId xmlns:a16="http://schemas.microsoft.com/office/drawing/2014/main" id="{6DF09952-CFAA-1C46-7CC6-C90695899D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819400"/>
            <a:ext cx="2590800"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3">
            <a:extLst>
              <a:ext uri="{FF2B5EF4-FFF2-40B4-BE49-F238E27FC236}">
                <a16:creationId xmlns:a16="http://schemas.microsoft.com/office/drawing/2014/main" id="{4AF5108D-BF32-1D6F-D0FC-F5E8FDC3F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029200"/>
            <a:ext cx="63658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Slide Number Placeholder 6">
            <a:extLst>
              <a:ext uri="{FF2B5EF4-FFF2-40B4-BE49-F238E27FC236}">
                <a16:creationId xmlns:a16="http://schemas.microsoft.com/office/drawing/2014/main" id="{948D58F9-93EE-F060-DD4C-B2CD82CBD4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41E17B33-9F5B-4A41-8B12-9AFC4C36655B}" type="slidenum">
              <a:rPr lang="en-US" altLang="en-US" sz="1200" smtClean="0">
                <a:solidFill>
                  <a:srgbClr val="D38E27"/>
                </a:solidFill>
              </a:rPr>
              <a:pPr>
                <a:spcBef>
                  <a:spcPct val="0"/>
                </a:spcBef>
                <a:buClrTx/>
                <a:buSzTx/>
                <a:buFontTx/>
                <a:buNone/>
              </a:pPr>
              <a:t>5</a:t>
            </a:fld>
            <a:endParaRPr lang="en-US" altLang="en-US" sz="1200">
              <a:solidFill>
                <a:srgbClr val="D38E2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A214B-8174-0C7A-AD6D-10E6651F6540}"/>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22531" name="Content Placeholder 2">
            <a:extLst>
              <a:ext uri="{FF2B5EF4-FFF2-40B4-BE49-F238E27FC236}">
                <a16:creationId xmlns:a16="http://schemas.microsoft.com/office/drawing/2014/main" id="{88D67414-A9EE-4F4F-39ED-CEFB1DB59EE9}"/>
              </a:ext>
            </a:extLst>
          </p:cNvPr>
          <p:cNvSpPr>
            <a:spLocks noGrp="1"/>
          </p:cNvSpPr>
          <p:nvPr>
            <p:ph idx="1"/>
          </p:nvPr>
        </p:nvSpPr>
        <p:spPr/>
        <p:txBody>
          <a:bodyPr/>
          <a:lstStyle/>
          <a:p>
            <a:pPr eaLnBrk="1" hangingPunct="1"/>
            <a:r>
              <a:rPr lang="en-US" altLang="en-US"/>
              <a:t>A capacitor is an open circuit to dc.</a:t>
            </a:r>
          </a:p>
          <a:p>
            <a:pPr eaLnBrk="1" hangingPunct="1"/>
            <a:r>
              <a:rPr lang="en-US" altLang="en-US"/>
              <a:t>The voltage on a capacitor cannot change abruptly.</a:t>
            </a:r>
          </a:p>
        </p:txBody>
      </p:sp>
      <p:sp>
        <p:nvSpPr>
          <p:cNvPr id="22532" name="Slide Number Placeholder 4">
            <a:extLst>
              <a:ext uri="{FF2B5EF4-FFF2-40B4-BE49-F238E27FC236}">
                <a16:creationId xmlns:a16="http://schemas.microsoft.com/office/drawing/2014/main" id="{33309537-037B-3F10-E746-50FBE191849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F6C2D52C-89E1-4D5A-A620-FDB6481A7794}" type="slidenum">
              <a:rPr lang="en-US" altLang="en-US" sz="1200" smtClean="0">
                <a:solidFill>
                  <a:srgbClr val="D38E27"/>
                </a:solidFill>
              </a:rPr>
              <a:pPr>
                <a:spcBef>
                  <a:spcPct val="0"/>
                </a:spcBef>
                <a:buClrTx/>
                <a:buSzTx/>
                <a:buFontTx/>
                <a:buNone/>
              </a:pPr>
              <a:t>6</a:t>
            </a:fld>
            <a:endParaRPr lang="en-US" altLang="en-US" sz="1200">
              <a:solidFill>
                <a:srgbClr val="D38E27"/>
              </a:solidFill>
            </a:endParaRPr>
          </a:p>
        </p:txBody>
      </p:sp>
      <p:pic>
        <p:nvPicPr>
          <p:cNvPr id="22533" name="Picture 3">
            <a:extLst>
              <a:ext uri="{FF2B5EF4-FFF2-40B4-BE49-F238E27FC236}">
                <a16:creationId xmlns:a16="http://schemas.microsoft.com/office/drawing/2014/main" id="{5875A354-CC96-5A65-EABC-2928B5858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341688"/>
            <a:ext cx="5029200" cy="293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F9EF5-9D59-9875-5F9F-9A96D610562D}"/>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23555" name="Slide Number Placeholder 4">
            <a:extLst>
              <a:ext uri="{FF2B5EF4-FFF2-40B4-BE49-F238E27FC236}">
                <a16:creationId xmlns:a16="http://schemas.microsoft.com/office/drawing/2014/main" id="{93EB7FD8-E1A7-957F-8D73-849C8CD556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9E53CF28-8E3F-4C27-87D1-1DFA1758E886}" type="slidenum">
              <a:rPr lang="en-US" altLang="en-US" sz="1200" smtClean="0">
                <a:solidFill>
                  <a:srgbClr val="D38E27"/>
                </a:solidFill>
              </a:rPr>
              <a:pPr>
                <a:spcBef>
                  <a:spcPct val="0"/>
                </a:spcBef>
                <a:buClrTx/>
                <a:buSzTx/>
                <a:buFontTx/>
                <a:buNone/>
              </a:pPr>
              <a:t>7</a:t>
            </a:fld>
            <a:endParaRPr lang="en-US" altLang="en-US" sz="1200">
              <a:solidFill>
                <a:srgbClr val="D38E27"/>
              </a:solidFill>
            </a:endParaRPr>
          </a:p>
        </p:txBody>
      </p:sp>
      <p:pic>
        <p:nvPicPr>
          <p:cNvPr id="23556" name="Picture 2">
            <a:extLst>
              <a:ext uri="{FF2B5EF4-FFF2-40B4-BE49-F238E27FC236}">
                <a16:creationId xmlns:a16="http://schemas.microsoft.com/office/drawing/2014/main" id="{45485135-165E-0417-9DB2-64088201D0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380" b="1917"/>
          <a:stretch>
            <a:fillRect/>
          </a:stretch>
        </p:blipFill>
        <p:spPr bwMode="auto">
          <a:xfrm>
            <a:off x="381000" y="1295400"/>
            <a:ext cx="8575675"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3">
            <a:extLst>
              <a:ext uri="{FF2B5EF4-FFF2-40B4-BE49-F238E27FC236}">
                <a16:creationId xmlns:a16="http://schemas.microsoft.com/office/drawing/2014/main" id="{45A553D7-7F46-AE17-F034-245C5D6AC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768850"/>
            <a:ext cx="85756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52A2-1563-B25A-DDCE-E790FD2B10D9}"/>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24579" name="Slide Number Placeholder 4">
            <a:extLst>
              <a:ext uri="{FF2B5EF4-FFF2-40B4-BE49-F238E27FC236}">
                <a16:creationId xmlns:a16="http://schemas.microsoft.com/office/drawing/2014/main" id="{88B90AD0-7174-ED41-DC84-9BCA5F43B9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5DBF72DF-000E-4ADB-80F3-3A3052AE2ACF}" type="slidenum">
              <a:rPr lang="en-US" altLang="en-US" sz="1200" smtClean="0">
                <a:solidFill>
                  <a:srgbClr val="D38E27"/>
                </a:solidFill>
              </a:rPr>
              <a:pPr>
                <a:spcBef>
                  <a:spcPct val="0"/>
                </a:spcBef>
                <a:buClrTx/>
                <a:buSzTx/>
                <a:buFontTx/>
                <a:buNone/>
              </a:pPr>
              <a:t>8</a:t>
            </a:fld>
            <a:endParaRPr lang="en-US" altLang="en-US" sz="1200">
              <a:solidFill>
                <a:srgbClr val="D38E27"/>
              </a:solidFill>
            </a:endParaRPr>
          </a:p>
        </p:txBody>
      </p:sp>
      <p:pic>
        <p:nvPicPr>
          <p:cNvPr id="24580" name="Picture 4">
            <a:extLst>
              <a:ext uri="{FF2B5EF4-FFF2-40B4-BE49-F238E27FC236}">
                <a16:creationId xmlns:a16="http://schemas.microsoft.com/office/drawing/2014/main" id="{651C5DDE-18C8-F5C2-8693-2F4092ED76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7108825" cy="33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2">
            <a:extLst>
              <a:ext uri="{FF2B5EF4-FFF2-40B4-BE49-F238E27FC236}">
                <a16:creationId xmlns:a16="http://schemas.microsoft.com/office/drawing/2014/main" id="{DB7C91A5-6DF4-9473-984F-5C03FEFCB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770438"/>
            <a:ext cx="68580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DDA1B-B4E6-5439-466A-BACF7F91130F}"/>
              </a:ext>
            </a:extLst>
          </p:cNvPr>
          <p:cNvSpPr>
            <a:spLocks noGrp="1"/>
          </p:cNvSpPr>
          <p:nvPr>
            <p:ph type="title"/>
          </p:nvPr>
        </p:nvSpPr>
        <p:spPr/>
        <p:txBody>
          <a:bodyPr>
            <a:normAutofit fontScale="90000"/>
          </a:bodyPr>
          <a:lstStyle/>
          <a:p>
            <a:pPr algn="ctr" eaLnBrk="1" fontAlgn="auto" hangingPunct="1">
              <a:spcAft>
                <a:spcPts val="0"/>
              </a:spcAft>
              <a:defRPr/>
            </a:pPr>
            <a:r>
              <a:rPr lang="en-US" dirty="0"/>
              <a:t>BASIC THEORY OF CAPACITORS AND INDUCTORS</a:t>
            </a:r>
          </a:p>
        </p:txBody>
      </p:sp>
      <p:sp>
        <p:nvSpPr>
          <p:cNvPr id="25603" name="Slide Number Placeholder 4">
            <a:extLst>
              <a:ext uri="{FF2B5EF4-FFF2-40B4-BE49-F238E27FC236}">
                <a16:creationId xmlns:a16="http://schemas.microsoft.com/office/drawing/2014/main" id="{DA7D9AC3-BFEF-7FF3-A0AE-DD4264E574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90FF4EBD-6836-45E8-B21F-C69C9CC482BE}" type="slidenum">
              <a:rPr lang="en-US" altLang="en-US" sz="1200" smtClean="0">
                <a:solidFill>
                  <a:srgbClr val="D38E27"/>
                </a:solidFill>
              </a:rPr>
              <a:pPr>
                <a:spcBef>
                  <a:spcPct val="0"/>
                </a:spcBef>
                <a:buClrTx/>
                <a:buSzTx/>
                <a:buFontTx/>
                <a:buNone/>
              </a:pPr>
              <a:t>9</a:t>
            </a:fld>
            <a:endParaRPr lang="en-US" altLang="en-US" sz="1200">
              <a:solidFill>
                <a:srgbClr val="D38E27"/>
              </a:solidFill>
            </a:endParaRPr>
          </a:p>
        </p:txBody>
      </p:sp>
      <p:pic>
        <p:nvPicPr>
          <p:cNvPr id="25604" name="Picture 2">
            <a:extLst>
              <a:ext uri="{FF2B5EF4-FFF2-40B4-BE49-F238E27FC236}">
                <a16:creationId xmlns:a16="http://schemas.microsoft.com/office/drawing/2014/main" id="{A3685CCB-BE80-4C2A-0896-E1BE20274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61912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3">
            <a:extLst>
              <a:ext uri="{FF2B5EF4-FFF2-40B4-BE49-F238E27FC236}">
                <a16:creationId xmlns:a16="http://schemas.microsoft.com/office/drawing/2014/main" id="{6E587F42-DE38-B969-CD0A-11EDC6EB6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181600"/>
            <a:ext cx="6630988"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7BDCA-E073-5775-18FB-F81E12E68E81}"/>
              </a:ext>
            </a:extLst>
          </p:cNvPr>
          <p:cNvSpPr>
            <a:spLocks noGrp="1"/>
          </p:cNvSpPr>
          <p:nvPr>
            <p:ph type="title"/>
          </p:nvPr>
        </p:nvSpPr>
        <p:spPr/>
        <p:txBody>
          <a:bodyPr/>
          <a:lstStyle/>
          <a:p>
            <a:pPr eaLnBrk="1" fontAlgn="auto" hangingPunct="1">
              <a:spcAft>
                <a:spcPts val="0"/>
              </a:spcAft>
              <a:defRPr/>
            </a:pPr>
            <a:r>
              <a:rPr lang="en-US" dirty="0"/>
              <a:t>EXAMPLE 6.5</a:t>
            </a:r>
          </a:p>
        </p:txBody>
      </p:sp>
      <p:sp>
        <p:nvSpPr>
          <p:cNvPr id="26627" name="Slide Number Placeholder 4">
            <a:extLst>
              <a:ext uri="{FF2B5EF4-FFF2-40B4-BE49-F238E27FC236}">
                <a16:creationId xmlns:a16="http://schemas.microsoft.com/office/drawing/2014/main" id="{1B04F4E4-58BB-CFFC-BC97-DE6904EC43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EFB5C06-A146-4566-A896-FAC372D5DE7B}" type="slidenum">
              <a:rPr lang="en-US" altLang="en-US" sz="1200" smtClean="0">
                <a:solidFill>
                  <a:srgbClr val="D38E27"/>
                </a:solidFill>
              </a:rPr>
              <a:pPr>
                <a:spcBef>
                  <a:spcPct val="0"/>
                </a:spcBef>
                <a:buClrTx/>
                <a:buSzTx/>
                <a:buFontTx/>
                <a:buNone/>
              </a:pPr>
              <a:t>10</a:t>
            </a:fld>
            <a:endParaRPr lang="en-US" altLang="en-US" sz="1200">
              <a:solidFill>
                <a:srgbClr val="D38E27"/>
              </a:solidFill>
            </a:endParaRPr>
          </a:p>
        </p:txBody>
      </p:sp>
      <p:pic>
        <p:nvPicPr>
          <p:cNvPr id="26628" name="Picture 2">
            <a:extLst>
              <a:ext uri="{FF2B5EF4-FFF2-40B4-BE49-F238E27FC236}">
                <a16:creationId xmlns:a16="http://schemas.microsoft.com/office/drawing/2014/main" id="{CFFAAD93-0BC8-C945-4F71-F12AC90AF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81200"/>
            <a:ext cx="7391400"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24DC8-93D7-AE52-F57A-D582C6E0E0BF}"/>
              </a:ext>
            </a:extLst>
          </p:cNvPr>
          <p:cNvSpPr>
            <a:spLocks noGrp="1"/>
          </p:cNvSpPr>
          <p:nvPr>
            <p:ph type="title"/>
          </p:nvPr>
        </p:nvSpPr>
        <p:spPr/>
        <p:txBody>
          <a:bodyPr/>
          <a:lstStyle/>
          <a:p>
            <a:pPr algn="ctr" eaLnBrk="1" fontAlgn="auto" hangingPunct="1">
              <a:spcAft>
                <a:spcPts val="0"/>
              </a:spcAft>
              <a:defRPr/>
            </a:pPr>
            <a:r>
              <a:rPr lang="en-US" dirty="0"/>
              <a:t>SERIES AND PARALLEL CAPACITORS</a:t>
            </a:r>
          </a:p>
        </p:txBody>
      </p:sp>
      <p:sp>
        <p:nvSpPr>
          <p:cNvPr id="27651" name="Content Placeholder 2">
            <a:extLst>
              <a:ext uri="{FF2B5EF4-FFF2-40B4-BE49-F238E27FC236}">
                <a16:creationId xmlns:a16="http://schemas.microsoft.com/office/drawing/2014/main" id="{47C8F174-72EF-5C7E-A7AE-840C0F3048D0}"/>
              </a:ext>
            </a:extLst>
          </p:cNvPr>
          <p:cNvSpPr>
            <a:spLocks noGrp="1"/>
          </p:cNvSpPr>
          <p:nvPr>
            <p:ph idx="1"/>
          </p:nvPr>
        </p:nvSpPr>
        <p:spPr/>
        <p:txBody>
          <a:bodyPr/>
          <a:lstStyle/>
          <a:p>
            <a:pPr algn="just" eaLnBrk="1" hangingPunct="1"/>
            <a:r>
              <a:rPr lang="en-US" altLang="en-US" sz="2800"/>
              <a:t>We know from resistive circuits that series-parallel combination is a powerful tool for reducing circuits. This technique can be extended to series parallel connections of capacitors, which are sometimes encountered. We desire to replace these capacitors by a single equivalent capacitor </a:t>
            </a:r>
            <a:r>
              <a:rPr lang="en-US" altLang="en-US" sz="2800" i="1"/>
              <a:t>C</a:t>
            </a:r>
            <a:r>
              <a:rPr lang="en-US" altLang="en-US" sz="2000" b="1" i="1"/>
              <a:t>eq</a:t>
            </a:r>
            <a:endParaRPr lang="en-US" altLang="en-US" sz="2000" b="1"/>
          </a:p>
        </p:txBody>
      </p:sp>
      <p:sp>
        <p:nvSpPr>
          <p:cNvPr id="27652" name="Slide Number Placeholder 4">
            <a:extLst>
              <a:ext uri="{FF2B5EF4-FFF2-40B4-BE49-F238E27FC236}">
                <a16:creationId xmlns:a16="http://schemas.microsoft.com/office/drawing/2014/main" id="{77FB3491-175E-3EEB-2DE4-9D06C91390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F7D0DD86-ED86-46F3-9555-A956096000EE}" type="slidenum">
              <a:rPr lang="en-US" altLang="en-US" sz="1200" smtClean="0">
                <a:solidFill>
                  <a:srgbClr val="D38E27"/>
                </a:solidFill>
              </a:rPr>
              <a:pPr>
                <a:spcBef>
                  <a:spcPct val="0"/>
                </a:spcBef>
                <a:buClrTx/>
                <a:buSzTx/>
                <a:buFontTx/>
                <a:buNone/>
              </a:pPr>
              <a:t>11</a:t>
            </a:fld>
            <a:endParaRPr lang="en-US" altLang="en-US" sz="1200">
              <a:solidFill>
                <a:srgbClr val="D38E27"/>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34FC-CA03-F31E-4857-6FF40107C85F}"/>
              </a:ext>
            </a:extLst>
          </p:cNvPr>
          <p:cNvSpPr>
            <a:spLocks noGrp="1"/>
          </p:cNvSpPr>
          <p:nvPr>
            <p:ph type="title"/>
          </p:nvPr>
        </p:nvSpPr>
        <p:spPr/>
        <p:txBody>
          <a:bodyPr/>
          <a:lstStyle/>
          <a:p>
            <a:pPr algn="ctr" eaLnBrk="1" fontAlgn="auto" hangingPunct="1">
              <a:spcAft>
                <a:spcPts val="0"/>
              </a:spcAft>
              <a:defRPr/>
            </a:pPr>
            <a:r>
              <a:rPr lang="en-US" dirty="0"/>
              <a:t>SERIES AND PARALLEL CAPACITORS</a:t>
            </a:r>
          </a:p>
        </p:txBody>
      </p:sp>
      <p:sp>
        <p:nvSpPr>
          <p:cNvPr id="28675" name="Content Placeholder 2">
            <a:extLst>
              <a:ext uri="{FF2B5EF4-FFF2-40B4-BE49-F238E27FC236}">
                <a16:creationId xmlns:a16="http://schemas.microsoft.com/office/drawing/2014/main" id="{AD5B7FC1-5350-8A3B-692D-EEF9DE9CA682}"/>
              </a:ext>
            </a:extLst>
          </p:cNvPr>
          <p:cNvSpPr>
            <a:spLocks noGrp="1"/>
          </p:cNvSpPr>
          <p:nvPr>
            <p:ph idx="1"/>
          </p:nvPr>
        </p:nvSpPr>
        <p:spPr/>
        <p:txBody>
          <a:bodyPr/>
          <a:lstStyle/>
          <a:p>
            <a:pPr algn="just" eaLnBrk="1" hangingPunct="1"/>
            <a:r>
              <a:rPr lang="en-US" altLang="en-US"/>
              <a:t>The equivalent capacitance of </a:t>
            </a:r>
            <a:r>
              <a:rPr lang="en-US" altLang="en-US" i="1"/>
              <a:t>N parallel-connected capacitors is the </a:t>
            </a:r>
            <a:r>
              <a:rPr lang="en-US" altLang="en-US"/>
              <a:t>sum of the individual capacitances.</a:t>
            </a:r>
          </a:p>
          <a:p>
            <a:pPr algn="just" eaLnBrk="1" hangingPunct="1"/>
            <a:endParaRPr lang="en-US" altLang="en-US"/>
          </a:p>
          <a:p>
            <a:pPr algn="just" eaLnBrk="1" hangingPunct="1"/>
            <a:endParaRPr lang="en-US" altLang="en-US"/>
          </a:p>
        </p:txBody>
      </p:sp>
      <p:sp>
        <p:nvSpPr>
          <p:cNvPr id="28676" name="Slide Number Placeholder 4">
            <a:extLst>
              <a:ext uri="{FF2B5EF4-FFF2-40B4-BE49-F238E27FC236}">
                <a16:creationId xmlns:a16="http://schemas.microsoft.com/office/drawing/2014/main" id="{FAA026C3-56C5-2225-4B3A-4A998E7ACA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19B1CEE-09FB-4AE3-84A4-1987908C2167}" type="slidenum">
              <a:rPr lang="en-US" altLang="en-US" sz="1200" smtClean="0">
                <a:solidFill>
                  <a:srgbClr val="D38E27"/>
                </a:solidFill>
              </a:rPr>
              <a:pPr>
                <a:spcBef>
                  <a:spcPct val="0"/>
                </a:spcBef>
                <a:buClrTx/>
                <a:buSzTx/>
                <a:buFontTx/>
                <a:buNone/>
              </a:pPr>
              <a:t>12</a:t>
            </a:fld>
            <a:endParaRPr lang="en-US" altLang="en-US" sz="1200">
              <a:solidFill>
                <a:srgbClr val="D38E27"/>
              </a:solidFill>
            </a:endParaRPr>
          </a:p>
        </p:txBody>
      </p:sp>
      <p:sp>
        <p:nvSpPr>
          <p:cNvPr id="28677" name="Rectangle 5">
            <a:extLst>
              <a:ext uri="{FF2B5EF4-FFF2-40B4-BE49-F238E27FC236}">
                <a16:creationId xmlns:a16="http://schemas.microsoft.com/office/drawing/2014/main" id="{9EAC28CD-C1A8-5CE4-FA80-AF4C5C494D7A}"/>
              </a:ext>
            </a:extLst>
          </p:cNvPr>
          <p:cNvSpPr>
            <a:spLocks noChangeArrowheads="1"/>
          </p:cNvSpPr>
          <p:nvPr/>
        </p:nvSpPr>
        <p:spPr bwMode="auto">
          <a:xfrm>
            <a:off x="2667000" y="3124200"/>
            <a:ext cx="3657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fr-FR" altLang="en-US" sz="1800" i="1">
                <a:solidFill>
                  <a:schemeClr val="tx1"/>
                </a:solidFill>
              </a:rPr>
              <a:t>Ceq = C1 + C2 + C3 +· · ·+CN</a:t>
            </a:r>
            <a:endParaRPr lang="en-US" altLang="en-US" sz="1800">
              <a:solidFill>
                <a:schemeClr val="tx1"/>
              </a:solidFill>
            </a:endParaRPr>
          </a:p>
        </p:txBody>
      </p:sp>
      <p:pic>
        <p:nvPicPr>
          <p:cNvPr id="28678" name="Picture 2">
            <a:extLst>
              <a:ext uri="{FF2B5EF4-FFF2-40B4-BE49-F238E27FC236}">
                <a16:creationId xmlns:a16="http://schemas.microsoft.com/office/drawing/2014/main" id="{F36D7012-951C-7135-5A26-3FAFDDE5B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581400"/>
            <a:ext cx="3048000"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8058C-64A0-44BF-9ED4-E7125C47A9F3}"/>
              </a:ext>
            </a:extLst>
          </p:cNvPr>
          <p:cNvSpPr>
            <a:spLocks noGrp="1"/>
          </p:cNvSpPr>
          <p:nvPr>
            <p:ph type="title"/>
          </p:nvPr>
        </p:nvSpPr>
        <p:spPr/>
        <p:txBody>
          <a:bodyPr/>
          <a:lstStyle/>
          <a:p>
            <a:pPr algn="ctr" eaLnBrk="1" fontAlgn="auto" hangingPunct="1">
              <a:spcAft>
                <a:spcPts val="0"/>
              </a:spcAft>
              <a:defRPr/>
            </a:pPr>
            <a:r>
              <a:rPr lang="en-US" dirty="0"/>
              <a:t>SERIES AND PARALLEL CAPACITORS</a:t>
            </a:r>
          </a:p>
        </p:txBody>
      </p:sp>
      <p:sp>
        <p:nvSpPr>
          <p:cNvPr id="29699" name="Content Placeholder 2">
            <a:extLst>
              <a:ext uri="{FF2B5EF4-FFF2-40B4-BE49-F238E27FC236}">
                <a16:creationId xmlns:a16="http://schemas.microsoft.com/office/drawing/2014/main" id="{700D2EB9-6453-825D-74CD-ADA5BAF2FA8A}"/>
              </a:ext>
            </a:extLst>
          </p:cNvPr>
          <p:cNvSpPr>
            <a:spLocks noGrp="1"/>
          </p:cNvSpPr>
          <p:nvPr>
            <p:ph idx="1"/>
          </p:nvPr>
        </p:nvSpPr>
        <p:spPr/>
        <p:txBody>
          <a:bodyPr/>
          <a:lstStyle/>
          <a:p>
            <a:pPr eaLnBrk="1" hangingPunct="1"/>
            <a:r>
              <a:rPr lang="en-US" altLang="en-US"/>
              <a:t>The equivalent capacitance of series connected capacitors is the reciprocal of the sum of the reciprocals of the individual capacitances</a:t>
            </a:r>
          </a:p>
        </p:txBody>
      </p:sp>
      <p:sp>
        <p:nvSpPr>
          <p:cNvPr id="29700" name="Slide Number Placeholder 4">
            <a:extLst>
              <a:ext uri="{FF2B5EF4-FFF2-40B4-BE49-F238E27FC236}">
                <a16:creationId xmlns:a16="http://schemas.microsoft.com/office/drawing/2014/main" id="{1DF40CE5-148B-E3F9-7A69-DF631F07E7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2F8190BA-5B8A-4F93-810F-8ECA0026E343}" type="slidenum">
              <a:rPr lang="en-US" altLang="en-US" sz="1200" smtClean="0">
                <a:solidFill>
                  <a:srgbClr val="D38E27"/>
                </a:solidFill>
              </a:rPr>
              <a:pPr>
                <a:spcBef>
                  <a:spcPct val="0"/>
                </a:spcBef>
                <a:buClrTx/>
                <a:buSzTx/>
                <a:buFontTx/>
                <a:buNone/>
              </a:pPr>
              <a:t>13</a:t>
            </a:fld>
            <a:endParaRPr lang="en-US" altLang="en-US" sz="1200">
              <a:solidFill>
                <a:srgbClr val="D38E27"/>
              </a:solidFill>
            </a:endParaRPr>
          </a:p>
        </p:txBody>
      </p:sp>
      <p:pic>
        <p:nvPicPr>
          <p:cNvPr id="29701" name="Picture 2">
            <a:extLst>
              <a:ext uri="{FF2B5EF4-FFF2-40B4-BE49-F238E27FC236}">
                <a16:creationId xmlns:a16="http://schemas.microsoft.com/office/drawing/2014/main" id="{53B471EB-C953-0D6E-215C-2387F715B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971800"/>
            <a:ext cx="31242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2">
            <a:extLst>
              <a:ext uri="{FF2B5EF4-FFF2-40B4-BE49-F238E27FC236}">
                <a16:creationId xmlns:a16="http://schemas.microsoft.com/office/drawing/2014/main" id="{56531C21-D7AF-8C71-66A0-B62B76935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810000"/>
            <a:ext cx="3962400"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CA21-7A69-9BAA-CBF0-75346067927C}"/>
              </a:ext>
            </a:extLst>
          </p:cNvPr>
          <p:cNvSpPr>
            <a:spLocks noGrp="1"/>
          </p:cNvSpPr>
          <p:nvPr>
            <p:ph type="title"/>
          </p:nvPr>
        </p:nvSpPr>
        <p:spPr>
          <a:xfrm>
            <a:off x="304800" y="152400"/>
            <a:ext cx="8686800" cy="838200"/>
          </a:xfrm>
        </p:spPr>
        <p:txBody>
          <a:bodyPr/>
          <a:lstStyle/>
          <a:p>
            <a:pPr algn="ctr" eaLnBrk="1" fontAlgn="auto" hangingPunct="1">
              <a:spcAft>
                <a:spcPts val="0"/>
              </a:spcAft>
              <a:defRPr/>
            </a:pPr>
            <a:r>
              <a:rPr lang="en-US" dirty="0"/>
              <a:t>SERIES AND PARALLEL CAPACITORS</a:t>
            </a:r>
          </a:p>
        </p:txBody>
      </p:sp>
      <p:sp>
        <p:nvSpPr>
          <p:cNvPr id="30723" name="Slide Number Placeholder 4">
            <a:extLst>
              <a:ext uri="{FF2B5EF4-FFF2-40B4-BE49-F238E27FC236}">
                <a16:creationId xmlns:a16="http://schemas.microsoft.com/office/drawing/2014/main" id="{6789BD9A-EDE2-0154-72E4-F8CEBA453B7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75CBE0B-5E49-4C68-BAC4-F05C9F9C934D}" type="slidenum">
              <a:rPr lang="en-US" altLang="en-US" sz="1200" smtClean="0">
                <a:solidFill>
                  <a:srgbClr val="D38E27"/>
                </a:solidFill>
              </a:rPr>
              <a:pPr>
                <a:spcBef>
                  <a:spcPct val="0"/>
                </a:spcBef>
                <a:buClrTx/>
                <a:buSzTx/>
                <a:buFontTx/>
                <a:buNone/>
              </a:pPr>
              <a:t>14</a:t>
            </a:fld>
            <a:endParaRPr lang="en-US" altLang="en-US" sz="1200">
              <a:solidFill>
                <a:srgbClr val="D38E27"/>
              </a:solidFill>
            </a:endParaRPr>
          </a:p>
        </p:txBody>
      </p:sp>
      <p:pic>
        <p:nvPicPr>
          <p:cNvPr id="30724" name="Picture 2">
            <a:extLst>
              <a:ext uri="{FF2B5EF4-FFF2-40B4-BE49-F238E27FC236}">
                <a16:creationId xmlns:a16="http://schemas.microsoft.com/office/drawing/2014/main" id="{FDD8A10E-FD41-E6C4-1F51-8303FF6785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143000"/>
            <a:ext cx="6705600"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E041B-ED26-81A6-C034-A690C142B15F}"/>
              </a:ext>
            </a:extLst>
          </p:cNvPr>
          <p:cNvSpPr>
            <a:spLocks noGrp="1"/>
          </p:cNvSpPr>
          <p:nvPr>
            <p:ph type="title"/>
          </p:nvPr>
        </p:nvSpPr>
        <p:spPr/>
        <p:txBody>
          <a:bodyPr/>
          <a:lstStyle/>
          <a:p>
            <a:pPr algn="ctr" eaLnBrk="1" fontAlgn="auto" hangingPunct="1">
              <a:spcAft>
                <a:spcPts val="0"/>
              </a:spcAft>
              <a:defRPr/>
            </a:pPr>
            <a:r>
              <a:rPr lang="en-US" dirty="0"/>
              <a:t>SERIES AND PARALLEL CAPACITORS</a:t>
            </a:r>
          </a:p>
        </p:txBody>
      </p:sp>
      <p:sp>
        <p:nvSpPr>
          <p:cNvPr id="31747" name="Slide Number Placeholder 4">
            <a:extLst>
              <a:ext uri="{FF2B5EF4-FFF2-40B4-BE49-F238E27FC236}">
                <a16:creationId xmlns:a16="http://schemas.microsoft.com/office/drawing/2014/main" id="{A6D48573-0DBC-A3F0-5D81-133D485B3A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C673885-1592-4953-BEF1-0F386A4A9B2E}" type="slidenum">
              <a:rPr lang="en-US" altLang="en-US" sz="1200" smtClean="0">
                <a:solidFill>
                  <a:srgbClr val="D38E27"/>
                </a:solidFill>
              </a:rPr>
              <a:pPr>
                <a:spcBef>
                  <a:spcPct val="0"/>
                </a:spcBef>
                <a:buClrTx/>
                <a:buSzTx/>
                <a:buFontTx/>
                <a:buNone/>
              </a:pPr>
              <a:t>15</a:t>
            </a:fld>
            <a:endParaRPr lang="en-US" altLang="en-US" sz="1200">
              <a:solidFill>
                <a:srgbClr val="D38E27"/>
              </a:solidFill>
            </a:endParaRPr>
          </a:p>
        </p:txBody>
      </p:sp>
      <p:pic>
        <p:nvPicPr>
          <p:cNvPr id="31748" name="Picture 2">
            <a:extLst>
              <a:ext uri="{FF2B5EF4-FFF2-40B4-BE49-F238E27FC236}">
                <a16:creationId xmlns:a16="http://schemas.microsoft.com/office/drawing/2014/main" id="{327A4693-C429-C5A3-EAD5-050E732CB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804545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43159-FE42-C506-9C97-10A6D3DC7050}"/>
              </a:ext>
            </a:extLst>
          </p:cNvPr>
          <p:cNvSpPr>
            <a:spLocks noGrp="1"/>
          </p:cNvSpPr>
          <p:nvPr>
            <p:ph type="title"/>
          </p:nvPr>
        </p:nvSpPr>
        <p:spPr/>
        <p:txBody>
          <a:bodyPr/>
          <a:lstStyle/>
          <a:p>
            <a:pPr eaLnBrk="1" hangingPunct="1">
              <a:defRPr/>
            </a:pPr>
            <a:r>
              <a:rPr lang="en-US" dirty="0"/>
              <a:t>INDUCTORS</a:t>
            </a:r>
          </a:p>
        </p:txBody>
      </p:sp>
      <p:sp>
        <p:nvSpPr>
          <p:cNvPr id="32771" name="Content Placeholder 2">
            <a:extLst>
              <a:ext uri="{FF2B5EF4-FFF2-40B4-BE49-F238E27FC236}">
                <a16:creationId xmlns:a16="http://schemas.microsoft.com/office/drawing/2014/main" id="{690118BE-9385-89B0-5053-8BA3C6D6B43B}"/>
              </a:ext>
            </a:extLst>
          </p:cNvPr>
          <p:cNvSpPr>
            <a:spLocks noGrp="1"/>
          </p:cNvSpPr>
          <p:nvPr>
            <p:ph idx="1"/>
          </p:nvPr>
        </p:nvSpPr>
        <p:spPr>
          <a:xfrm>
            <a:off x="304800" y="1112838"/>
            <a:ext cx="8686800" cy="4525962"/>
          </a:xfrm>
        </p:spPr>
        <p:txBody>
          <a:bodyPr/>
          <a:lstStyle/>
          <a:p>
            <a:pPr eaLnBrk="1" hangingPunct="1"/>
            <a:r>
              <a:rPr lang="en-US" altLang="en-US"/>
              <a:t>An inductor is a passive element designed to store energy in its magnetic field. Inductors find numerous applications in electronic and power systems.</a:t>
            </a:r>
          </a:p>
          <a:p>
            <a:pPr eaLnBrk="1" hangingPunct="1"/>
            <a:r>
              <a:rPr lang="en-US" altLang="en-US"/>
              <a:t>They are used in power supplies, transformers, radios, TVs, radars, and electric motors.</a:t>
            </a:r>
          </a:p>
          <a:p>
            <a:pPr eaLnBrk="1" hangingPunct="1"/>
            <a:r>
              <a:rPr lang="en-US" altLang="en-US"/>
              <a:t>An inductor consists of a coil of conducting wire.</a:t>
            </a:r>
          </a:p>
        </p:txBody>
      </p:sp>
      <p:sp>
        <p:nvSpPr>
          <p:cNvPr id="32772" name="Slide Number Placeholder 4">
            <a:extLst>
              <a:ext uri="{FF2B5EF4-FFF2-40B4-BE49-F238E27FC236}">
                <a16:creationId xmlns:a16="http://schemas.microsoft.com/office/drawing/2014/main" id="{D43C0EEB-9C82-3748-6B55-A3B0C1D1DE7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2A896F5C-53E1-452D-8A64-D088BBA87512}" type="slidenum">
              <a:rPr lang="en-US" altLang="en-US" sz="1200" smtClean="0">
                <a:solidFill>
                  <a:srgbClr val="D38E27"/>
                </a:solidFill>
              </a:rPr>
              <a:pPr>
                <a:spcBef>
                  <a:spcPct val="0"/>
                </a:spcBef>
                <a:buClrTx/>
                <a:buSzTx/>
                <a:buFontTx/>
                <a:buNone/>
              </a:pPr>
              <a:t>16</a:t>
            </a:fld>
            <a:endParaRPr lang="en-US" altLang="en-US" sz="1200">
              <a:solidFill>
                <a:srgbClr val="D38E27"/>
              </a:solidFill>
            </a:endParaRPr>
          </a:p>
        </p:txBody>
      </p:sp>
      <p:pic>
        <p:nvPicPr>
          <p:cNvPr id="32773" name="Picture 2">
            <a:extLst>
              <a:ext uri="{FF2B5EF4-FFF2-40B4-BE49-F238E27FC236}">
                <a16:creationId xmlns:a16="http://schemas.microsoft.com/office/drawing/2014/main" id="{B083AD1C-02D1-3F7D-4916-E390F8E1F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6775" y="4800600"/>
            <a:ext cx="279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5206-1A9F-92C4-7050-090DDF0B5A03}"/>
              </a:ext>
            </a:extLst>
          </p:cNvPr>
          <p:cNvSpPr>
            <a:spLocks noGrp="1"/>
          </p:cNvSpPr>
          <p:nvPr>
            <p:ph type="title"/>
          </p:nvPr>
        </p:nvSpPr>
        <p:spPr/>
        <p:txBody>
          <a:bodyPr/>
          <a:lstStyle/>
          <a:p>
            <a:pPr eaLnBrk="1" hangingPunct="1">
              <a:defRPr/>
            </a:pPr>
            <a:r>
              <a:rPr lang="en-US" dirty="0"/>
              <a:t>INDUCTORS</a:t>
            </a:r>
          </a:p>
        </p:txBody>
      </p:sp>
      <p:sp>
        <p:nvSpPr>
          <p:cNvPr id="33795" name="Content Placeholder 2">
            <a:extLst>
              <a:ext uri="{FF2B5EF4-FFF2-40B4-BE49-F238E27FC236}">
                <a16:creationId xmlns:a16="http://schemas.microsoft.com/office/drawing/2014/main" id="{23B69AB0-2067-BC6F-E365-E553D21CE798}"/>
              </a:ext>
            </a:extLst>
          </p:cNvPr>
          <p:cNvSpPr>
            <a:spLocks noGrp="1"/>
          </p:cNvSpPr>
          <p:nvPr>
            <p:ph idx="1"/>
          </p:nvPr>
        </p:nvSpPr>
        <p:spPr/>
        <p:txBody>
          <a:bodyPr/>
          <a:lstStyle/>
          <a:p>
            <a:pPr algn="just" eaLnBrk="1" hangingPunct="1"/>
            <a:r>
              <a:rPr lang="en-US" altLang="en-US"/>
              <a:t>If current is allowed to pass through an inductor, it is found that the voltage across the inductor is directly proportional to the time rate of change of the current. Using the passive sign convention,</a:t>
            </a:r>
          </a:p>
          <a:p>
            <a:pPr algn="just" eaLnBrk="1" hangingPunct="1"/>
            <a:endParaRPr lang="en-US" altLang="en-US"/>
          </a:p>
          <a:p>
            <a:pPr eaLnBrk="1" hangingPunct="1"/>
            <a:r>
              <a:rPr lang="en-US" altLang="en-US"/>
              <a:t>Inductance is the property whereby an inductor exhibits opposition to the change of current flowing through it, measured in henrys (H).</a:t>
            </a:r>
          </a:p>
          <a:p>
            <a:pPr algn="just" eaLnBrk="1" hangingPunct="1"/>
            <a:endParaRPr lang="en-US" altLang="en-US"/>
          </a:p>
        </p:txBody>
      </p:sp>
      <p:sp>
        <p:nvSpPr>
          <p:cNvPr id="33796" name="Slide Number Placeholder 4">
            <a:extLst>
              <a:ext uri="{FF2B5EF4-FFF2-40B4-BE49-F238E27FC236}">
                <a16:creationId xmlns:a16="http://schemas.microsoft.com/office/drawing/2014/main" id="{32B18217-DD2D-6AFD-5DFB-D0358FFF31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06211EA2-56BC-4A7E-91C8-B2B4F91D9FD0}" type="slidenum">
              <a:rPr lang="en-US" altLang="en-US" sz="1200" smtClean="0">
                <a:solidFill>
                  <a:srgbClr val="D38E27"/>
                </a:solidFill>
              </a:rPr>
              <a:pPr>
                <a:spcBef>
                  <a:spcPct val="0"/>
                </a:spcBef>
                <a:buClrTx/>
                <a:buSzTx/>
                <a:buFontTx/>
                <a:buNone/>
              </a:pPr>
              <a:t>17</a:t>
            </a:fld>
            <a:endParaRPr lang="en-US" altLang="en-US" sz="1200">
              <a:solidFill>
                <a:srgbClr val="D38E27"/>
              </a:solidFill>
            </a:endParaRPr>
          </a:p>
        </p:txBody>
      </p:sp>
      <p:pic>
        <p:nvPicPr>
          <p:cNvPr id="33797" name="Picture 3">
            <a:extLst>
              <a:ext uri="{FF2B5EF4-FFF2-40B4-BE49-F238E27FC236}">
                <a16:creationId xmlns:a16="http://schemas.microsoft.com/office/drawing/2014/main" id="{2AA0B400-0354-CF23-7CFF-188AF04A6F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779838"/>
            <a:ext cx="1152525"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8A91-A736-4A40-25FC-00B8D610463E}"/>
              </a:ext>
            </a:extLst>
          </p:cNvPr>
          <p:cNvSpPr>
            <a:spLocks noGrp="1"/>
          </p:cNvSpPr>
          <p:nvPr>
            <p:ph type="title"/>
          </p:nvPr>
        </p:nvSpPr>
        <p:spPr/>
        <p:txBody>
          <a:bodyPr/>
          <a:lstStyle/>
          <a:p>
            <a:pPr eaLnBrk="1" hangingPunct="1">
              <a:defRPr/>
            </a:pPr>
            <a:r>
              <a:rPr lang="en-US" dirty="0"/>
              <a:t>INDUCTORS</a:t>
            </a:r>
          </a:p>
        </p:txBody>
      </p:sp>
      <p:sp>
        <p:nvSpPr>
          <p:cNvPr id="34819" name="Content Placeholder 2">
            <a:extLst>
              <a:ext uri="{FF2B5EF4-FFF2-40B4-BE49-F238E27FC236}">
                <a16:creationId xmlns:a16="http://schemas.microsoft.com/office/drawing/2014/main" id="{67695F8D-00DF-A19A-9ABA-4049EE976DB6}"/>
              </a:ext>
            </a:extLst>
          </p:cNvPr>
          <p:cNvSpPr>
            <a:spLocks noGrp="1"/>
          </p:cNvSpPr>
          <p:nvPr>
            <p:ph idx="1"/>
          </p:nvPr>
        </p:nvSpPr>
        <p:spPr/>
        <p:txBody>
          <a:bodyPr/>
          <a:lstStyle/>
          <a:p>
            <a:pPr eaLnBrk="1" hangingPunct="1"/>
            <a:r>
              <a:rPr lang="en-US" altLang="en-US"/>
              <a:t>The inductance of an inductor depends on its physical dimension and construction</a:t>
            </a:r>
          </a:p>
          <a:p>
            <a:pPr eaLnBrk="1" hangingPunct="1"/>
            <a:endParaRPr lang="en-US" altLang="en-US"/>
          </a:p>
          <a:p>
            <a:pPr eaLnBrk="1" hangingPunct="1"/>
            <a:r>
              <a:rPr lang="en-US" altLang="en-US"/>
              <a:t>where </a:t>
            </a:r>
            <a:r>
              <a:rPr lang="en-US" altLang="en-US" i="1"/>
              <a:t>N is the number of turns, l is the length, A is the cross-sectional </a:t>
            </a:r>
            <a:r>
              <a:rPr lang="en-US" altLang="en-US"/>
              <a:t>area, and </a:t>
            </a:r>
            <a:r>
              <a:rPr lang="en-US" altLang="en-US" i="1"/>
              <a:t>μ is the permeability of the core.</a:t>
            </a:r>
          </a:p>
          <a:p>
            <a:pPr eaLnBrk="1" hangingPunct="1"/>
            <a:r>
              <a:rPr lang="en-US" altLang="en-US"/>
              <a:t>The current-voltage relationship is obtained as</a:t>
            </a:r>
          </a:p>
        </p:txBody>
      </p:sp>
      <p:sp>
        <p:nvSpPr>
          <p:cNvPr id="34820" name="Slide Number Placeholder 4">
            <a:extLst>
              <a:ext uri="{FF2B5EF4-FFF2-40B4-BE49-F238E27FC236}">
                <a16:creationId xmlns:a16="http://schemas.microsoft.com/office/drawing/2014/main" id="{84728A27-7401-3C9C-B3E5-51C95C3640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881D0EA7-E2B2-4162-9B1E-12B94825C650}" type="slidenum">
              <a:rPr lang="en-US" altLang="en-US" sz="1200" smtClean="0">
                <a:solidFill>
                  <a:srgbClr val="D38E27"/>
                </a:solidFill>
              </a:rPr>
              <a:pPr>
                <a:spcBef>
                  <a:spcPct val="0"/>
                </a:spcBef>
                <a:buClrTx/>
                <a:buSzTx/>
                <a:buFontTx/>
                <a:buNone/>
              </a:pPr>
              <a:t>18</a:t>
            </a:fld>
            <a:endParaRPr lang="en-US" altLang="en-US" sz="1200">
              <a:solidFill>
                <a:srgbClr val="D38E27"/>
              </a:solidFill>
            </a:endParaRPr>
          </a:p>
        </p:txBody>
      </p:sp>
      <p:pic>
        <p:nvPicPr>
          <p:cNvPr id="34821" name="Picture 2">
            <a:extLst>
              <a:ext uri="{FF2B5EF4-FFF2-40B4-BE49-F238E27FC236}">
                <a16:creationId xmlns:a16="http://schemas.microsoft.com/office/drawing/2014/main" id="{45F67853-FE51-7168-2C7E-78EC9D9243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590800"/>
            <a:ext cx="1706563"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3">
            <a:extLst>
              <a:ext uri="{FF2B5EF4-FFF2-40B4-BE49-F238E27FC236}">
                <a16:creationId xmlns:a16="http://schemas.microsoft.com/office/drawing/2014/main" id="{99391A70-707B-4EBE-AB1B-672DF7F3D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5486400"/>
            <a:ext cx="1573213"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8B6D-1A18-6589-5927-A57E31B4BE3C}"/>
              </a:ext>
            </a:extLst>
          </p:cNvPr>
          <p:cNvSpPr>
            <a:spLocks noGrp="1"/>
          </p:cNvSpPr>
          <p:nvPr>
            <p:ph type="title"/>
          </p:nvPr>
        </p:nvSpPr>
        <p:spPr/>
        <p:txBody>
          <a:bodyPr/>
          <a:lstStyle/>
          <a:p>
            <a:pPr eaLnBrk="1" hangingPunct="1">
              <a:defRPr/>
            </a:pPr>
            <a:r>
              <a:rPr lang="en-US" dirty="0"/>
              <a:t>INDUCTORS</a:t>
            </a:r>
          </a:p>
        </p:txBody>
      </p:sp>
      <p:sp>
        <p:nvSpPr>
          <p:cNvPr id="35843" name="Content Placeholder 2">
            <a:extLst>
              <a:ext uri="{FF2B5EF4-FFF2-40B4-BE49-F238E27FC236}">
                <a16:creationId xmlns:a16="http://schemas.microsoft.com/office/drawing/2014/main" id="{C0E7970D-70F7-F100-8423-101FDB27B7B5}"/>
              </a:ext>
            </a:extLst>
          </p:cNvPr>
          <p:cNvSpPr>
            <a:spLocks noGrp="1"/>
          </p:cNvSpPr>
          <p:nvPr>
            <p:ph idx="1"/>
          </p:nvPr>
        </p:nvSpPr>
        <p:spPr/>
        <p:txBody>
          <a:bodyPr/>
          <a:lstStyle/>
          <a:p>
            <a:pPr eaLnBrk="1" hangingPunct="1"/>
            <a:r>
              <a:rPr lang="en-US" altLang="en-US"/>
              <a:t>Integrating gives,</a:t>
            </a:r>
          </a:p>
          <a:p>
            <a:pPr eaLnBrk="1" hangingPunct="1"/>
            <a:endParaRPr lang="en-US" altLang="en-US"/>
          </a:p>
        </p:txBody>
      </p:sp>
      <p:sp>
        <p:nvSpPr>
          <p:cNvPr id="35844" name="Slide Number Placeholder 4">
            <a:extLst>
              <a:ext uri="{FF2B5EF4-FFF2-40B4-BE49-F238E27FC236}">
                <a16:creationId xmlns:a16="http://schemas.microsoft.com/office/drawing/2014/main" id="{23DCCB3C-568F-AEB1-50CE-033299053C6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2401F67-0169-44C5-942C-D11408DA28B4}" type="slidenum">
              <a:rPr lang="en-US" altLang="en-US" sz="1200" smtClean="0">
                <a:solidFill>
                  <a:srgbClr val="D38E27"/>
                </a:solidFill>
              </a:rPr>
              <a:pPr>
                <a:spcBef>
                  <a:spcPct val="0"/>
                </a:spcBef>
                <a:buClrTx/>
                <a:buSzTx/>
                <a:buFontTx/>
                <a:buNone/>
              </a:pPr>
              <a:t>19</a:t>
            </a:fld>
            <a:endParaRPr lang="en-US" altLang="en-US" sz="1200">
              <a:solidFill>
                <a:srgbClr val="D38E27"/>
              </a:solidFill>
            </a:endParaRPr>
          </a:p>
        </p:txBody>
      </p:sp>
      <p:pic>
        <p:nvPicPr>
          <p:cNvPr id="35845" name="Picture 2">
            <a:extLst>
              <a:ext uri="{FF2B5EF4-FFF2-40B4-BE49-F238E27FC236}">
                <a16:creationId xmlns:a16="http://schemas.microsoft.com/office/drawing/2014/main" id="{EFDA19CE-630E-6C77-250D-C0893FED8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600200"/>
            <a:ext cx="328295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3">
            <a:extLst>
              <a:ext uri="{FF2B5EF4-FFF2-40B4-BE49-F238E27FC236}">
                <a16:creationId xmlns:a16="http://schemas.microsoft.com/office/drawing/2014/main" id="{01596569-6D59-96CC-9575-6057748DA4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33600"/>
            <a:ext cx="3733800"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4">
            <a:extLst>
              <a:ext uri="{FF2B5EF4-FFF2-40B4-BE49-F238E27FC236}">
                <a16:creationId xmlns:a16="http://schemas.microsoft.com/office/drawing/2014/main" id="{66595050-54E7-CA84-2C04-7064621435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638550"/>
            <a:ext cx="4724400"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9B600-7C1B-81CC-62A6-048EF32717B3}"/>
              </a:ext>
            </a:extLst>
          </p:cNvPr>
          <p:cNvSpPr>
            <a:spLocks noGrp="1"/>
          </p:cNvSpPr>
          <p:nvPr>
            <p:ph type="title"/>
          </p:nvPr>
        </p:nvSpPr>
        <p:spPr/>
        <p:txBody>
          <a:bodyPr/>
          <a:lstStyle/>
          <a:p>
            <a:pPr eaLnBrk="1" hangingPunct="1">
              <a:defRPr/>
            </a:pPr>
            <a:r>
              <a:rPr lang="en-US" dirty="0"/>
              <a:t>INDUCTORS</a:t>
            </a:r>
          </a:p>
        </p:txBody>
      </p:sp>
      <p:sp>
        <p:nvSpPr>
          <p:cNvPr id="36867" name="Content Placeholder 2">
            <a:extLst>
              <a:ext uri="{FF2B5EF4-FFF2-40B4-BE49-F238E27FC236}">
                <a16:creationId xmlns:a16="http://schemas.microsoft.com/office/drawing/2014/main" id="{4160AB8F-FD67-CAC5-1DBF-18EDEE9A3CF1}"/>
              </a:ext>
            </a:extLst>
          </p:cNvPr>
          <p:cNvSpPr>
            <a:spLocks noGrp="1"/>
          </p:cNvSpPr>
          <p:nvPr>
            <p:ph idx="1"/>
          </p:nvPr>
        </p:nvSpPr>
        <p:spPr/>
        <p:txBody>
          <a:bodyPr/>
          <a:lstStyle/>
          <a:p>
            <a:pPr eaLnBrk="1" hangingPunct="1"/>
            <a:r>
              <a:rPr lang="en-US" altLang="en-US"/>
              <a:t>Note from Eq.  that the voltage across an inductor is zero when the current is constant.</a:t>
            </a:r>
          </a:p>
          <a:p>
            <a:pPr eaLnBrk="1" hangingPunct="1"/>
            <a:r>
              <a:rPr lang="en-US" altLang="en-US"/>
              <a:t>An inductor acts like a short circuit to dc.</a:t>
            </a:r>
          </a:p>
          <a:p>
            <a:pPr eaLnBrk="1" hangingPunct="1"/>
            <a:r>
              <a:rPr lang="en-US" altLang="en-US"/>
              <a:t>An important property of the inductor is its opposition to the change in current flowing through it.</a:t>
            </a:r>
          </a:p>
          <a:p>
            <a:pPr eaLnBrk="1" hangingPunct="1"/>
            <a:r>
              <a:rPr lang="en-US" altLang="en-US"/>
              <a:t>The current through an inductor cannot change instantaneously.</a:t>
            </a:r>
          </a:p>
        </p:txBody>
      </p:sp>
      <p:sp>
        <p:nvSpPr>
          <p:cNvPr id="36868" name="Slide Number Placeholder 4">
            <a:extLst>
              <a:ext uri="{FF2B5EF4-FFF2-40B4-BE49-F238E27FC236}">
                <a16:creationId xmlns:a16="http://schemas.microsoft.com/office/drawing/2014/main" id="{ACA6C51C-DD86-C91E-7B61-99539AE762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6C21D36-F6E4-447A-A084-679DD978753B}" type="slidenum">
              <a:rPr lang="en-US" altLang="en-US" sz="1200" smtClean="0">
                <a:solidFill>
                  <a:srgbClr val="D38E27"/>
                </a:solidFill>
              </a:rPr>
              <a:pPr>
                <a:spcBef>
                  <a:spcPct val="0"/>
                </a:spcBef>
                <a:buClrTx/>
                <a:buSzTx/>
                <a:buFontTx/>
                <a:buNone/>
              </a:pPr>
              <a:t>20</a:t>
            </a:fld>
            <a:endParaRPr lang="en-US" altLang="en-US" sz="1200">
              <a:solidFill>
                <a:srgbClr val="D38E2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BD966-E142-9BC2-7E98-B6EE591C04F9}"/>
              </a:ext>
            </a:extLst>
          </p:cNvPr>
          <p:cNvSpPr>
            <a:spLocks noGrp="1"/>
          </p:cNvSpPr>
          <p:nvPr>
            <p:ph type="title"/>
          </p:nvPr>
        </p:nvSpPr>
        <p:spPr/>
        <p:txBody>
          <a:bodyPr/>
          <a:lstStyle/>
          <a:p>
            <a:pPr eaLnBrk="1" hangingPunct="1">
              <a:defRPr/>
            </a:pPr>
            <a:r>
              <a:rPr lang="en-US" dirty="0"/>
              <a:t>INDUCTORS</a:t>
            </a:r>
          </a:p>
        </p:txBody>
      </p:sp>
      <p:sp>
        <p:nvSpPr>
          <p:cNvPr id="37891" name="Slide Number Placeholder 4">
            <a:extLst>
              <a:ext uri="{FF2B5EF4-FFF2-40B4-BE49-F238E27FC236}">
                <a16:creationId xmlns:a16="http://schemas.microsoft.com/office/drawing/2014/main" id="{9C707C40-6159-720E-713C-D8C2CD8CD38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7D48DA1A-EA7B-4F11-B794-585249D9AB44}" type="slidenum">
              <a:rPr lang="en-US" altLang="en-US" sz="1200" smtClean="0">
                <a:solidFill>
                  <a:srgbClr val="D38E27"/>
                </a:solidFill>
              </a:rPr>
              <a:pPr>
                <a:spcBef>
                  <a:spcPct val="0"/>
                </a:spcBef>
                <a:buClrTx/>
                <a:buSzTx/>
                <a:buFontTx/>
                <a:buNone/>
              </a:pPr>
              <a:t>21</a:t>
            </a:fld>
            <a:endParaRPr lang="en-US" altLang="en-US" sz="1200">
              <a:solidFill>
                <a:srgbClr val="D38E27"/>
              </a:solidFill>
            </a:endParaRPr>
          </a:p>
        </p:txBody>
      </p:sp>
      <p:pic>
        <p:nvPicPr>
          <p:cNvPr id="37892" name="Picture 3">
            <a:extLst>
              <a:ext uri="{FF2B5EF4-FFF2-40B4-BE49-F238E27FC236}">
                <a16:creationId xmlns:a16="http://schemas.microsoft.com/office/drawing/2014/main" id="{09D75F47-3424-2CF1-1F3C-7784B4770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3" y="1371600"/>
            <a:ext cx="7024687"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4">
            <a:extLst>
              <a:ext uri="{FF2B5EF4-FFF2-40B4-BE49-F238E27FC236}">
                <a16:creationId xmlns:a16="http://schemas.microsoft.com/office/drawing/2014/main" id="{689FBD38-767E-18BF-054D-73E6D4776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845050"/>
            <a:ext cx="69342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31BBB-3439-CCCA-3502-D3FA68694880}"/>
              </a:ext>
            </a:extLst>
          </p:cNvPr>
          <p:cNvSpPr>
            <a:spLocks noGrp="1"/>
          </p:cNvSpPr>
          <p:nvPr>
            <p:ph type="title"/>
          </p:nvPr>
        </p:nvSpPr>
        <p:spPr/>
        <p:txBody>
          <a:bodyPr/>
          <a:lstStyle/>
          <a:p>
            <a:pPr eaLnBrk="1" hangingPunct="1">
              <a:defRPr/>
            </a:pPr>
            <a:r>
              <a:rPr lang="en-US" dirty="0"/>
              <a:t>INDUCTORS</a:t>
            </a:r>
          </a:p>
        </p:txBody>
      </p:sp>
      <p:sp>
        <p:nvSpPr>
          <p:cNvPr id="38915" name="Slide Number Placeholder 4">
            <a:extLst>
              <a:ext uri="{FF2B5EF4-FFF2-40B4-BE49-F238E27FC236}">
                <a16:creationId xmlns:a16="http://schemas.microsoft.com/office/drawing/2014/main" id="{BA8699B6-9F43-F5FC-8F89-ADC58B46A6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B8C559FD-4C02-4DAE-8DC9-FB53AA7FB440}" type="slidenum">
              <a:rPr lang="en-US" altLang="en-US" sz="1200" smtClean="0">
                <a:solidFill>
                  <a:srgbClr val="D38E27"/>
                </a:solidFill>
              </a:rPr>
              <a:pPr>
                <a:spcBef>
                  <a:spcPct val="0"/>
                </a:spcBef>
                <a:buClrTx/>
                <a:buSzTx/>
                <a:buFontTx/>
                <a:buNone/>
              </a:pPr>
              <a:t>22</a:t>
            </a:fld>
            <a:endParaRPr lang="en-US" altLang="en-US" sz="1200">
              <a:solidFill>
                <a:srgbClr val="D38E27"/>
              </a:solidFill>
            </a:endParaRPr>
          </a:p>
        </p:txBody>
      </p:sp>
      <p:pic>
        <p:nvPicPr>
          <p:cNvPr id="38916" name="Picture 2">
            <a:extLst>
              <a:ext uri="{FF2B5EF4-FFF2-40B4-BE49-F238E27FC236}">
                <a16:creationId xmlns:a16="http://schemas.microsoft.com/office/drawing/2014/main" id="{B0FD544C-E1E5-E45A-48F7-C77169211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19200"/>
            <a:ext cx="8229600" cy="550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5087-E6AC-0328-644C-59ED161EDEFD}"/>
              </a:ext>
            </a:extLst>
          </p:cNvPr>
          <p:cNvSpPr>
            <a:spLocks noGrp="1"/>
          </p:cNvSpPr>
          <p:nvPr>
            <p:ph type="title"/>
          </p:nvPr>
        </p:nvSpPr>
        <p:spPr/>
        <p:txBody>
          <a:bodyPr/>
          <a:lstStyle/>
          <a:p>
            <a:pPr eaLnBrk="1" hangingPunct="1">
              <a:defRPr/>
            </a:pPr>
            <a:r>
              <a:rPr lang="en-US" dirty="0"/>
              <a:t>SERIES AND PARALLEL INDUCTORS</a:t>
            </a:r>
          </a:p>
        </p:txBody>
      </p:sp>
      <p:sp>
        <p:nvSpPr>
          <p:cNvPr id="39939" name="Slide Number Placeholder 4">
            <a:extLst>
              <a:ext uri="{FF2B5EF4-FFF2-40B4-BE49-F238E27FC236}">
                <a16:creationId xmlns:a16="http://schemas.microsoft.com/office/drawing/2014/main" id="{36D8BBEE-3084-F09B-317E-98A84066EAD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506403A-E526-4367-A4E4-8C2EB60A5E8A}" type="slidenum">
              <a:rPr lang="en-US" altLang="en-US" sz="1200" smtClean="0">
                <a:solidFill>
                  <a:srgbClr val="D38E27"/>
                </a:solidFill>
              </a:rPr>
              <a:pPr>
                <a:spcBef>
                  <a:spcPct val="0"/>
                </a:spcBef>
                <a:buClrTx/>
                <a:buSzTx/>
                <a:buFontTx/>
                <a:buNone/>
              </a:pPr>
              <a:t>23</a:t>
            </a:fld>
            <a:endParaRPr lang="en-US" altLang="en-US" sz="1200">
              <a:solidFill>
                <a:srgbClr val="D38E27"/>
              </a:solidFill>
            </a:endParaRPr>
          </a:p>
        </p:txBody>
      </p:sp>
      <p:pic>
        <p:nvPicPr>
          <p:cNvPr id="39940" name="Picture 2">
            <a:extLst>
              <a:ext uri="{FF2B5EF4-FFF2-40B4-BE49-F238E27FC236}">
                <a16:creationId xmlns:a16="http://schemas.microsoft.com/office/drawing/2014/main" id="{999FE9A6-0FFD-E161-5491-2761E4343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33600"/>
            <a:ext cx="4572000" cy="324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3">
            <a:extLst>
              <a:ext uri="{FF2B5EF4-FFF2-40B4-BE49-F238E27FC236}">
                <a16:creationId xmlns:a16="http://schemas.microsoft.com/office/drawing/2014/main" id="{1D798A32-E5AD-213A-4680-88875CAEC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570538"/>
            <a:ext cx="4724400"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7">
            <a:extLst>
              <a:ext uri="{FF2B5EF4-FFF2-40B4-BE49-F238E27FC236}">
                <a16:creationId xmlns:a16="http://schemas.microsoft.com/office/drawing/2014/main" id="{D3763CC4-0A6F-4834-8AC9-61D178B9AC01}"/>
              </a:ext>
            </a:extLst>
          </p:cNvPr>
          <p:cNvSpPr>
            <a:spLocks noChangeArrowheads="1"/>
          </p:cNvSpPr>
          <p:nvPr/>
        </p:nvSpPr>
        <p:spPr bwMode="auto">
          <a:xfrm>
            <a:off x="1371600" y="1487488"/>
            <a:ext cx="6705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1800">
                <a:solidFill>
                  <a:schemeClr val="tx1"/>
                </a:solidFill>
                <a:latin typeface="Arial" panose="020B0604020202020204" pitchFamily="34" charset="0"/>
              </a:rPr>
              <a:t>The equivalent inductance of series-connected inductors is the</a:t>
            </a:r>
          </a:p>
          <a:p>
            <a:pPr eaLnBrk="1" hangingPunct="1">
              <a:spcBef>
                <a:spcPct val="0"/>
              </a:spcBef>
              <a:buClrTx/>
              <a:buSzTx/>
              <a:buFontTx/>
              <a:buNone/>
            </a:pPr>
            <a:r>
              <a:rPr lang="en-US" altLang="en-US" sz="1800">
                <a:solidFill>
                  <a:schemeClr val="tx1"/>
                </a:solidFill>
                <a:latin typeface="Arial" panose="020B0604020202020204" pitchFamily="34" charset="0"/>
              </a:rPr>
              <a:t>sum of the individual inductances.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372D1-34D9-B55A-6ECA-72E104B322CA}"/>
              </a:ext>
            </a:extLst>
          </p:cNvPr>
          <p:cNvSpPr>
            <a:spLocks noGrp="1"/>
          </p:cNvSpPr>
          <p:nvPr>
            <p:ph type="title"/>
          </p:nvPr>
        </p:nvSpPr>
        <p:spPr/>
        <p:txBody>
          <a:bodyPr/>
          <a:lstStyle/>
          <a:p>
            <a:pPr eaLnBrk="1" hangingPunct="1">
              <a:defRPr/>
            </a:pPr>
            <a:r>
              <a:rPr lang="en-US" dirty="0"/>
              <a:t>SERIES AND PARALLEL INDUCTORS</a:t>
            </a:r>
          </a:p>
        </p:txBody>
      </p:sp>
      <p:sp>
        <p:nvSpPr>
          <p:cNvPr id="40963" name="Slide Number Placeholder 4">
            <a:extLst>
              <a:ext uri="{FF2B5EF4-FFF2-40B4-BE49-F238E27FC236}">
                <a16:creationId xmlns:a16="http://schemas.microsoft.com/office/drawing/2014/main" id="{711074A3-5D56-636E-97F0-61C1B838432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A8F69D22-1DAE-4109-A176-B21B3E244C65}" type="slidenum">
              <a:rPr lang="en-US" altLang="en-US" sz="1200" smtClean="0">
                <a:solidFill>
                  <a:srgbClr val="D38E27"/>
                </a:solidFill>
              </a:rPr>
              <a:pPr>
                <a:spcBef>
                  <a:spcPct val="0"/>
                </a:spcBef>
                <a:buClrTx/>
                <a:buSzTx/>
                <a:buFontTx/>
                <a:buNone/>
              </a:pPr>
              <a:t>24</a:t>
            </a:fld>
            <a:endParaRPr lang="en-US" altLang="en-US" sz="1200">
              <a:solidFill>
                <a:srgbClr val="D38E27"/>
              </a:solidFill>
            </a:endParaRPr>
          </a:p>
        </p:txBody>
      </p:sp>
      <p:pic>
        <p:nvPicPr>
          <p:cNvPr id="40964" name="Picture 2">
            <a:extLst>
              <a:ext uri="{FF2B5EF4-FFF2-40B4-BE49-F238E27FC236}">
                <a16:creationId xmlns:a16="http://schemas.microsoft.com/office/drawing/2014/main" id="{4A175104-7311-A675-1ECF-F9EEF08F8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244725"/>
            <a:ext cx="4705350" cy="308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3">
            <a:extLst>
              <a:ext uri="{FF2B5EF4-FFF2-40B4-BE49-F238E27FC236}">
                <a16:creationId xmlns:a16="http://schemas.microsoft.com/office/drawing/2014/main" id="{B1F3122B-A59A-508C-EF94-55CF699C23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5562600"/>
            <a:ext cx="42481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Rectangle 7">
            <a:extLst>
              <a:ext uri="{FF2B5EF4-FFF2-40B4-BE49-F238E27FC236}">
                <a16:creationId xmlns:a16="http://schemas.microsoft.com/office/drawing/2014/main" id="{3E5DF588-41B7-FF17-AC8C-38C530B71D8A}"/>
              </a:ext>
            </a:extLst>
          </p:cNvPr>
          <p:cNvSpPr>
            <a:spLocks noChangeArrowheads="1"/>
          </p:cNvSpPr>
          <p:nvPr/>
        </p:nvSpPr>
        <p:spPr bwMode="auto">
          <a:xfrm>
            <a:off x="609600" y="1524000"/>
            <a:ext cx="7848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1800">
                <a:solidFill>
                  <a:schemeClr val="tx1"/>
                </a:solidFill>
                <a:latin typeface="Arial" panose="020B0604020202020204" pitchFamily="34" charset="0"/>
              </a:rPr>
              <a:t>The equivalent inductance of parallel inductors is the reciprocal of the sum of the reciprocals of the individual inductances.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F1078-63C9-EDE8-2C3C-D642582C2B04}"/>
              </a:ext>
            </a:extLst>
          </p:cNvPr>
          <p:cNvSpPr>
            <a:spLocks noGrp="1"/>
          </p:cNvSpPr>
          <p:nvPr>
            <p:ph type="title"/>
          </p:nvPr>
        </p:nvSpPr>
        <p:spPr/>
        <p:txBody>
          <a:bodyPr/>
          <a:lstStyle/>
          <a:p>
            <a:pPr eaLnBrk="1" hangingPunct="1">
              <a:defRPr/>
            </a:pPr>
            <a:r>
              <a:rPr lang="en-US" dirty="0"/>
              <a:t>SERIES AND PARALLEL INDUCTORS</a:t>
            </a:r>
          </a:p>
        </p:txBody>
      </p:sp>
      <p:sp>
        <p:nvSpPr>
          <p:cNvPr id="41987" name="Slide Number Placeholder 4">
            <a:extLst>
              <a:ext uri="{FF2B5EF4-FFF2-40B4-BE49-F238E27FC236}">
                <a16:creationId xmlns:a16="http://schemas.microsoft.com/office/drawing/2014/main" id="{550C9509-15E9-FBB0-67A1-49166E8824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4B96ABE8-CDAB-4D66-9047-C65673F6F8B6}" type="slidenum">
              <a:rPr lang="en-US" altLang="en-US" sz="1200" smtClean="0">
                <a:solidFill>
                  <a:srgbClr val="D38E27"/>
                </a:solidFill>
              </a:rPr>
              <a:pPr>
                <a:spcBef>
                  <a:spcPct val="0"/>
                </a:spcBef>
                <a:buClrTx/>
                <a:buSzTx/>
                <a:buFontTx/>
                <a:buNone/>
              </a:pPr>
              <a:t>25</a:t>
            </a:fld>
            <a:endParaRPr lang="en-US" altLang="en-US" sz="1200">
              <a:solidFill>
                <a:srgbClr val="D38E27"/>
              </a:solidFill>
            </a:endParaRPr>
          </a:p>
        </p:txBody>
      </p:sp>
      <p:pic>
        <p:nvPicPr>
          <p:cNvPr id="41988" name="Picture 2">
            <a:extLst>
              <a:ext uri="{FF2B5EF4-FFF2-40B4-BE49-F238E27FC236}">
                <a16:creationId xmlns:a16="http://schemas.microsoft.com/office/drawing/2014/main" id="{D83DA592-93DA-189B-EEB6-7224A51C92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63600" y="1316038"/>
            <a:ext cx="7442200" cy="2112962"/>
          </a:xfrm>
          <a:noFill/>
        </p:spPr>
      </p:pic>
      <p:pic>
        <p:nvPicPr>
          <p:cNvPr id="41989" name="Picture 3">
            <a:extLst>
              <a:ext uri="{FF2B5EF4-FFF2-40B4-BE49-F238E27FC236}">
                <a16:creationId xmlns:a16="http://schemas.microsoft.com/office/drawing/2014/main" id="{D66FDCEE-F7CF-8FB4-3F50-A7B02359F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3581400"/>
            <a:ext cx="57467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E93594AE-9157-3149-3BEE-A6176CB5D0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99302A47-EDC1-49B2-95FB-42902B33376C}" type="slidenum">
              <a:rPr lang="en-US" altLang="en-US" sz="1200" smtClean="0">
                <a:solidFill>
                  <a:srgbClr val="D38E27"/>
                </a:solidFill>
              </a:rPr>
              <a:pPr>
                <a:spcBef>
                  <a:spcPct val="0"/>
                </a:spcBef>
                <a:buClrTx/>
                <a:buSzTx/>
                <a:buFontTx/>
                <a:buNone/>
              </a:pPr>
              <a:t>26</a:t>
            </a:fld>
            <a:endParaRPr lang="en-US" altLang="en-US" sz="1200">
              <a:solidFill>
                <a:srgbClr val="D38E27"/>
              </a:solidFill>
            </a:endParaRPr>
          </a:p>
        </p:txBody>
      </p:sp>
      <p:sp>
        <p:nvSpPr>
          <p:cNvPr id="7" name="Title 1">
            <a:extLst>
              <a:ext uri="{FF2B5EF4-FFF2-40B4-BE49-F238E27FC236}">
                <a16:creationId xmlns:a16="http://schemas.microsoft.com/office/drawing/2014/main" id="{3AAAF346-2B34-4114-2E69-706779A1A4CC}"/>
              </a:ext>
            </a:extLst>
          </p:cNvPr>
          <p:cNvSpPr>
            <a:spLocks noGrp="1"/>
          </p:cNvSpPr>
          <p:nvPr>
            <p:ph type="title"/>
          </p:nvPr>
        </p:nvSpPr>
        <p:spPr/>
        <p:txBody>
          <a:bodyPr/>
          <a:lstStyle/>
          <a:p>
            <a:pPr eaLnBrk="1" hangingPunct="1">
              <a:defRPr/>
            </a:pPr>
            <a:r>
              <a:rPr lang="en-US" dirty="0"/>
              <a:t>ELECTRICAL OSCILLATIONS LC CIRCUIT</a:t>
            </a:r>
          </a:p>
        </p:txBody>
      </p:sp>
      <p:sp>
        <p:nvSpPr>
          <p:cNvPr id="43012" name="TextBox 8">
            <a:extLst>
              <a:ext uri="{FF2B5EF4-FFF2-40B4-BE49-F238E27FC236}">
                <a16:creationId xmlns:a16="http://schemas.microsoft.com/office/drawing/2014/main" id="{25A3205E-A16B-3096-49ED-C6EDD1875763}"/>
              </a:ext>
            </a:extLst>
          </p:cNvPr>
          <p:cNvSpPr txBox="1">
            <a:spLocks noChangeArrowheads="1"/>
          </p:cNvSpPr>
          <p:nvPr/>
        </p:nvSpPr>
        <p:spPr bwMode="auto">
          <a:xfrm>
            <a:off x="457200" y="3733800"/>
            <a:ext cx="72358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just">
              <a:spcBef>
                <a:spcPct val="0"/>
              </a:spcBef>
              <a:buClrTx/>
              <a:buSzTx/>
              <a:buFont typeface="Arial" panose="020B0604020202020204" pitchFamily="34" charset="0"/>
              <a:buChar char="•"/>
            </a:pPr>
            <a:r>
              <a:rPr lang="en-US" altLang="en-US" sz="2000">
                <a:solidFill>
                  <a:srgbClr val="001D35"/>
                </a:solidFill>
                <a:latin typeface="Times New Roman" panose="02020603050405020304" pitchFamily="18" charset="0"/>
                <a:cs typeface="Times New Roman" panose="02020603050405020304" pitchFamily="18" charset="0"/>
              </a:rPr>
              <a:t>Electrical oscillation refers to the periodic, repetitive variation of voltage or current in an electrical circuit. This variation, often described by a waveform, is characterized by a cyclical movement back and forth around an equilibrium point. It's a fundamental concept in electronics and communication, enabling various technologies like signal generation and device operation</a:t>
            </a:r>
            <a:endParaRPr lang="en-US" altLang="en-US" sz="2000">
              <a:solidFill>
                <a:schemeClr val="tx1"/>
              </a:solidFill>
              <a:latin typeface="Times New Roman" panose="02020603050405020304" pitchFamily="18" charset="0"/>
              <a:cs typeface="Times New Roman" panose="02020603050405020304" pitchFamily="18" charset="0"/>
            </a:endParaRPr>
          </a:p>
        </p:txBody>
      </p:sp>
      <p:sp>
        <p:nvSpPr>
          <p:cNvPr id="43013" name="TextBox 10">
            <a:extLst>
              <a:ext uri="{FF2B5EF4-FFF2-40B4-BE49-F238E27FC236}">
                <a16:creationId xmlns:a16="http://schemas.microsoft.com/office/drawing/2014/main" id="{716076D0-A9FA-0A0A-D959-945B46B73B30}"/>
              </a:ext>
            </a:extLst>
          </p:cNvPr>
          <p:cNvSpPr txBox="1">
            <a:spLocks noChangeArrowheads="1"/>
          </p:cNvSpPr>
          <p:nvPr/>
        </p:nvSpPr>
        <p:spPr bwMode="auto">
          <a:xfrm>
            <a:off x="304800" y="1295400"/>
            <a:ext cx="72358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just">
              <a:spcBef>
                <a:spcPct val="0"/>
              </a:spcBef>
              <a:buClrTx/>
              <a:buSzTx/>
              <a:buFont typeface="Arial" panose="020B0604020202020204" pitchFamily="34" charset="0"/>
              <a:buChar char="•"/>
            </a:pPr>
            <a:r>
              <a:rPr lang="en-US" altLang="en-US" sz="2000">
                <a:solidFill>
                  <a:schemeClr val="tx1"/>
                </a:solidFill>
                <a:latin typeface="Times New Roman" panose="02020603050405020304" pitchFamily="18" charset="0"/>
                <a:cs typeface="Times New Roman" panose="02020603050405020304" pitchFamily="18" charset="0"/>
              </a:rPr>
              <a:t>An </a:t>
            </a:r>
            <a:r>
              <a:rPr lang="en-US" altLang="en-US" sz="2000" b="1">
                <a:solidFill>
                  <a:schemeClr val="tx1"/>
                </a:solidFill>
                <a:latin typeface="Times New Roman" panose="02020603050405020304" pitchFamily="18" charset="0"/>
                <a:cs typeface="Times New Roman" panose="02020603050405020304" pitchFamily="18" charset="0"/>
              </a:rPr>
              <a:t>electronic oscillator</a:t>
            </a:r>
            <a:r>
              <a:rPr lang="en-US" altLang="en-US" sz="2000">
                <a:solidFill>
                  <a:schemeClr val="tx1"/>
                </a:solidFill>
                <a:latin typeface="Times New Roman" panose="02020603050405020304" pitchFamily="18" charset="0"/>
                <a:cs typeface="Times New Roman" panose="02020603050405020304" pitchFamily="18" charset="0"/>
              </a:rPr>
              <a:t> is an electronic circuit that produces a periodic, oscillating or alternating current (AC) signal, usually a sine wave, square wave or a triangle wave,</a:t>
            </a:r>
            <a:r>
              <a:rPr lang="en-US" altLang="en-US" sz="2000" baseline="30000">
                <a:solidFill>
                  <a:schemeClr val="tx1"/>
                </a:solidFill>
                <a:latin typeface="Times New Roman" panose="02020603050405020304" pitchFamily="18" charset="0"/>
                <a:cs typeface="Times New Roman" panose="02020603050405020304" pitchFamily="18" charset="0"/>
              </a:rPr>
              <a:t> </a:t>
            </a:r>
            <a:r>
              <a:rPr lang="en-US" altLang="en-US" sz="2000">
                <a:solidFill>
                  <a:schemeClr val="tx1"/>
                </a:solidFill>
                <a:latin typeface="Times New Roman" panose="02020603050405020304" pitchFamily="18" charset="0"/>
                <a:cs typeface="Times New Roman" panose="02020603050405020304" pitchFamily="18" charset="0"/>
              </a:rPr>
              <a:t>powered by a direct current (DC) source. Oscillators are found in many electronic devices, such as radio receivers, television sets, radio and television broadcast transmitter, many other devices.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7F784B29-04A3-4120-95D1-00000CFFD4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90D2FDF0-EDB3-4F34-A099-B88639F17EE1}" type="slidenum">
              <a:rPr lang="en-US" altLang="en-US" sz="1200" smtClean="0">
                <a:solidFill>
                  <a:srgbClr val="D38E27"/>
                </a:solidFill>
              </a:rPr>
              <a:pPr>
                <a:spcBef>
                  <a:spcPct val="0"/>
                </a:spcBef>
                <a:buClrTx/>
                <a:buSzTx/>
                <a:buFontTx/>
                <a:buNone/>
              </a:pPr>
              <a:t>27</a:t>
            </a:fld>
            <a:endParaRPr lang="en-US" altLang="en-US" sz="1200">
              <a:solidFill>
                <a:srgbClr val="D38E27"/>
              </a:solidFill>
            </a:endParaRPr>
          </a:p>
        </p:txBody>
      </p:sp>
      <p:grpSp>
        <p:nvGrpSpPr>
          <p:cNvPr id="5" name="Group 30">
            <a:extLst>
              <a:ext uri="{FF2B5EF4-FFF2-40B4-BE49-F238E27FC236}">
                <a16:creationId xmlns:a16="http://schemas.microsoft.com/office/drawing/2014/main" id="{B9934471-E494-9307-0F8E-335AC1ECC986}"/>
              </a:ext>
            </a:extLst>
          </p:cNvPr>
          <p:cNvGrpSpPr>
            <a:grpSpLocks/>
          </p:cNvGrpSpPr>
          <p:nvPr/>
        </p:nvGrpSpPr>
        <p:grpSpPr bwMode="auto">
          <a:xfrm>
            <a:off x="228600" y="533400"/>
            <a:ext cx="1593850" cy="1649413"/>
            <a:chOff x="144" y="415"/>
            <a:chExt cx="1004" cy="1039"/>
          </a:xfrm>
        </p:grpSpPr>
        <p:pic>
          <p:nvPicPr>
            <p:cNvPr id="45083" name="Picture 24">
              <a:extLst>
                <a:ext uri="{FF2B5EF4-FFF2-40B4-BE49-F238E27FC236}">
                  <a16:creationId xmlns:a16="http://schemas.microsoft.com/office/drawing/2014/main" id="{2926F388-7F55-B744-8017-FF59F49B67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617"/>
            <a:stretch>
              <a:fillRect/>
            </a:stretch>
          </p:blipFill>
          <p:spPr bwMode="auto">
            <a:xfrm>
              <a:off x="144" y="415"/>
              <a:ext cx="1004"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84" name="Rectangle 28">
              <a:extLst>
                <a:ext uri="{FF2B5EF4-FFF2-40B4-BE49-F238E27FC236}">
                  <a16:creationId xmlns:a16="http://schemas.microsoft.com/office/drawing/2014/main" id="{19753912-128C-ED2E-8B6D-A4DD71DFCA54}"/>
                </a:ext>
              </a:extLst>
            </p:cNvPr>
            <p:cNvSpPr>
              <a:spLocks noChangeArrowheads="1"/>
            </p:cNvSpPr>
            <p:nvPr/>
          </p:nvSpPr>
          <p:spPr bwMode="auto">
            <a:xfrm>
              <a:off x="480" y="1200"/>
              <a:ext cx="240" cy="96"/>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sp>
          <p:nvSpPr>
            <p:cNvPr id="45085" name="Line 29">
              <a:extLst>
                <a:ext uri="{FF2B5EF4-FFF2-40B4-BE49-F238E27FC236}">
                  <a16:creationId xmlns:a16="http://schemas.microsoft.com/office/drawing/2014/main" id="{52B7DC70-AB6B-EEC3-ADE7-4B2CB5A2B5B8}"/>
                </a:ext>
              </a:extLst>
            </p:cNvPr>
            <p:cNvSpPr>
              <a:spLocks noChangeShapeType="1"/>
            </p:cNvSpPr>
            <p:nvPr/>
          </p:nvSpPr>
          <p:spPr bwMode="auto">
            <a:xfrm flipV="1">
              <a:off x="480" y="1152"/>
              <a:ext cx="19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 name="Group 2">
            <a:extLst>
              <a:ext uri="{FF2B5EF4-FFF2-40B4-BE49-F238E27FC236}">
                <a16:creationId xmlns:a16="http://schemas.microsoft.com/office/drawing/2014/main" id="{C17141AB-6FD9-D643-3541-C90622F2C3DA}"/>
              </a:ext>
            </a:extLst>
          </p:cNvPr>
          <p:cNvGrpSpPr>
            <a:grpSpLocks/>
          </p:cNvGrpSpPr>
          <p:nvPr/>
        </p:nvGrpSpPr>
        <p:grpSpPr bwMode="auto">
          <a:xfrm>
            <a:off x="152400" y="2971800"/>
            <a:ext cx="8301038" cy="2462213"/>
            <a:chOff x="96" y="1872"/>
            <a:chExt cx="5229" cy="1551"/>
          </a:xfrm>
        </p:grpSpPr>
        <p:grpSp>
          <p:nvGrpSpPr>
            <p:cNvPr id="45079" name="Group 3">
              <a:extLst>
                <a:ext uri="{FF2B5EF4-FFF2-40B4-BE49-F238E27FC236}">
                  <a16:creationId xmlns:a16="http://schemas.microsoft.com/office/drawing/2014/main" id="{9107AD26-47FD-7384-0E8A-10443F3429D2}"/>
                </a:ext>
              </a:extLst>
            </p:cNvPr>
            <p:cNvGrpSpPr>
              <a:grpSpLocks/>
            </p:cNvGrpSpPr>
            <p:nvPr/>
          </p:nvGrpSpPr>
          <p:grpSpPr bwMode="auto">
            <a:xfrm>
              <a:off x="4032" y="1872"/>
              <a:ext cx="1293" cy="1551"/>
              <a:chOff x="4467" y="2688"/>
              <a:chExt cx="1293" cy="1551"/>
            </a:xfrm>
          </p:grpSpPr>
          <p:pic>
            <p:nvPicPr>
              <p:cNvPr id="45081" name="Picture 4">
                <a:extLst>
                  <a:ext uri="{FF2B5EF4-FFF2-40B4-BE49-F238E27FC236}">
                    <a16:creationId xmlns:a16="http://schemas.microsoft.com/office/drawing/2014/main" id="{AD9F3D3B-1EE7-9731-493C-B3DC2A9E6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7" y="2688"/>
                <a:ext cx="1293"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82" name="Rectangle 5">
                <a:extLst>
                  <a:ext uri="{FF2B5EF4-FFF2-40B4-BE49-F238E27FC236}">
                    <a16:creationId xmlns:a16="http://schemas.microsoft.com/office/drawing/2014/main" id="{5E5F7FC4-4E41-3650-FFF0-3FB8CA7C5BEC}"/>
                  </a:ext>
                </a:extLst>
              </p:cNvPr>
              <p:cNvSpPr>
                <a:spLocks noChangeArrowheads="1"/>
              </p:cNvSpPr>
              <p:nvPr/>
            </p:nvSpPr>
            <p:spPr bwMode="auto">
              <a:xfrm>
                <a:off x="4704" y="2784"/>
                <a:ext cx="1056" cy="4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grpSp>
        <p:sp>
          <p:nvSpPr>
            <p:cNvPr id="45080" name="Text Box 6">
              <a:extLst>
                <a:ext uri="{FF2B5EF4-FFF2-40B4-BE49-F238E27FC236}">
                  <a16:creationId xmlns:a16="http://schemas.microsoft.com/office/drawing/2014/main" id="{19BF7BA2-2B88-D9CB-7448-9381FB21606A}"/>
                </a:ext>
              </a:extLst>
            </p:cNvPr>
            <p:cNvSpPr txBox="1">
              <a:spLocks noChangeArrowheads="1"/>
            </p:cNvSpPr>
            <p:nvPr/>
          </p:nvSpPr>
          <p:spPr bwMode="auto">
            <a:xfrm>
              <a:off x="96" y="2736"/>
              <a:ext cx="404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The magnetic field on the coil starts to collapse, which will start to recharge the capacitor.</a:t>
              </a:r>
            </a:p>
          </p:txBody>
        </p:sp>
      </p:grpSp>
      <p:sp>
        <p:nvSpPr>
          <p:cNvPr id="45061" name="Rectangle 7">
            <a:extLst>
              <a:ext uri="{FF2B5EF4-FFF2-40B4-BE49-F238E27FC236}">
                <a16:creationId xmlns:a16="http://schemas.microsoft.com/office/drawing/2014/main" id="{5FBBDBAE-E360-593D-DF4F-0B147FD49976}"/>
              </a:ext>
            </a:extLst>
          </p:cNvPr>
          <p:cNvSpPr>
            <a:spLocks noChangeArrowheads="1"/>
          </p:cNvSpPr>
          <p:nvPr/>
        </p:nvSpPr>
        <p:spPr bwMode="auto">
          <a:xfrm>
            <a:off x="1562100" y="6172200"/>
            <a:ext cx="685800" cy="76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grpSp>
        <p:nvGrpSpPr>
          <p:cNvPr id="15" name="Group 8">
            <a:extLst>
              <a:ext uri="{FF2B5EF4-FFF2-40B4-BE49-F238E27FC236}">
                <a16:creationId xmlns:a16="http://schemas.microsoft.com/office/drawing/2014/main" id="{692D4FD1-818F-D5D6-3794-44F29DE61EBA}"/>
              </a:ext>
            </a:extLst>
          </p:cNvPr>
          <p:cNvGrpSpPr>
            <a:grpSpLocks/>
          </p:cNvGrpSpPr>
          <p:nvPr/>
        </p:nvGrpSpPr>
        <p:grpSpPr bwMode="auto">
          <a:xfrm>
            <a:off x="138113" y="5029200"/>
            <a:ext cx="9005887" cy="1490663"/>
            <a:chOff x="0" y="3310"/>
            <a:chExt cx="6249" cy="1010"/>
          </a:xfrm>
        </p:grpSpPr>
        <p:grpSp>
          <p:nvGrpSpPr>
            <p:cNvPr id="45075" name="Group 9">
              <a:extLst>
                <a:ext uri="{FF2B5EF4-FFF2-40B4-BE49-F238E27FC236}">
                  <a16:creationId xmlns:a16="http://schemas.microsoft.com/office/drawing/2014/main" id="{454CA806-FDFA-2909-85CA-02090095465C}"/>
                </a:ext>
              </a:extLst>
            </p:cNvPr>
            <p:cNvGrpSpPr>
              <a:grpSpLocks/>
            </p:cNvGrpSpPr>
            <p:nvPr/>
          </p:nvGrpSpPr>
          <p:grpSpPr bwMode="auto">
            <a:xfrm>
              <a:off x="0" y="3310"/>
              <a:ext cx="1938" cy="1010"/>
              <a:chOff x="0" y="3310"/>
              <a:chExt cx="1938" cy="1010"/>
            </a:xfrm>
          </p:grpSpPr>
          <p:pic>
            <p:nvPicPr>
              <p:cNvPr id="45077" name="Picture 10">
                <a:extLst>
                  <a:ext uri="{FF2B5EF4-FFF2-40B4-BE49-F238E27FC236}">
                    <a16:creationId xmlns:a16="http://schemas.microsoft.com/office/drawing/2014/main" id="{45E6B046-27F7-6697-93A7-4164101C0C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310"/>
                <a:ext cx="1938"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8" name="Rectangle 11">
                <a:extLst>
                  <a:ext uri="{FF2B5EF4-FFF2-40B4-BE49-F238E27FC236}">
                    <a16:creationId xmlns:a16="http://schemas.microsoft.com/office/drawing/2014/main" id="{F3952FFA-A6A4-07DC-1CAB-42625B63A471}"/>
                  </a:ext>
                </a:extLst>
              </p:cNvPr>
              <p:cNvSpPr>
                <a:spLocks noChangeArrowheads="1"/>
              </p:cNvSpPr>
              <p:nvPr/>
            </p:nvSpPr>
            <p:spPr bwMode="auto">
              <a:xfrm>
                <a:off x="1220" y="3771"/>
                <a:ext cx="682" cy="51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grpSp>
        <p:sp>
          <p:nvSpPr>
            <p:cNvPr id="45076" name="Text Box 12">
              <a:extLst>
                <a:ext uri="{FF2B5EF4-FFF2-40B4-BE49-F238E27FC236}">
                  <a16:creationId xmlns:a16="http://schemas.microsoft.com/office/drawing/2014/main" id="{C2814A39-193D-00D8-0927-928DEE84646A}"/>
                </a:ext>
              </a:extLst>
            </p:cNvPr>
            <p:cNvSpPr txBox="1">
              <a:spLocks noChangeArrowheads="1"/>
            </p:cNvSpPr>
            <p:nvPr/>
          </p:nvSpPr>
          <p:spPr bwMode="auto">
            <a:xfrm>
              <a:off x="2006" y="3573"/>
              <a:ext cx="42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Finally, we reach the same state we started with (with</a:t>
              </a:r>
            </a:p>
            <a:p>
              <a:pPr>
                <a:spcBef>
                  <a:spcPct val="0"/>
                </a:spcBef>
                <a:buClrTx/>
                <a:buSzTx/>
                <a:buFontTx/>
                <a:buNone/>
              </a:pPr>
              <a:r>
                <a:rPr lang="en-US" altLang="en-US" sz="1800">
                  <a:solidFill>
                    <a:schemeClr val="tx1"/>
                  </a:solidFill>
                  <a:latin typeface="Arial" panose="020B0604020202020204" pitchFamily="34" charset="0"/>
                </a:rPr>
                <a:t>opposite polarity) and the cycle restarts.</a:t>
              </a:r>
            </a:p>
          </p:txBody>
        </p:sp>
      </p:grpSp>
      <p:sp>
        <p:nvSpPr>
          <p:cNvPr id="20" name="Rectangle 13">
            <a:extLst>
              <a:ext uri="{FF2B5EF4-FFF2-40B4-BE49-F238E27FC236}">
                <a16:creationId xmlns:a16="http://schemas.microsoft.com/office/drawing/2014/main" id="{7E04F870-9D79-465B-6B93-A81EE1D5681A}"/>
              </a:ext>
            </a:extLst>
          </p:cNvPr>
          <p:cNvSpPr>
            <a:spLocks noGrp="1" noChangeArrowheads="1"/>
          </p:cNvSpPr>
          <p:nvPr>
            <p:ph type="title"/>
          </p:nvPr>
        </p:nvSpPr>
        <p:spPr>
          <a:xfrm>
            <a:off x="620713" y="-215900"/>
            <a:ext cx="7772400" cy="1143000"/>
          </a:xfrm>
        </p:spPr>
        <p:txBody>
          <a:bodyPr/>
          <a:lstStyle/>
          <a:p>
            <a:pPr>
              <a:defRPr/>
            </a:pPr>
            <a:r>
              <a:rPr lang="en-US" altLang="en-NG" b="1">
                <a:solidFill>
                  <a:srgbClr val="CC0066"/>
                </a:solidFill>
                <a:effectLst>
                  <a:outerShdw blurRad="38100" dist="38100" dir="2700000" algn="tl">
                    <a:srgbClr val="C0C0C0"/>
                  </a:outerShdw>
                </a:effectLst>
              </a:rPr>
              <a:t>An electromagnetic oscillator</a:t>
            </a:r>
          </a:p>
        </p:txBody>
      </p:sp>
      <p:sp>
        <p:nvSpPr>
          <p:cNvPr id="45064" name="Rectangle 14">
            <a:extLst>
              <a:ext uri="{FF2B5EF4-FFF2-40B4-BE49-F238E27FC236}">
                <a16:creationId xmlns:a16="http://schemas.microsoft.com/office/drawing/2014/main" id="{A4B626EE-5265-9428-DBE2-74C7CE8A9546}"/>
              </a:ext>
            </a:extLst>
          </p:cNvPr>
          <p:cNvSpPr>
            <a:spLocks noChangeArrowheads="1"/>
          </p:cNvSpPr>
          <p:nvPr/>
        </p:nvSpPr>
        <p:spPr bwMode="auto">
          <a:xfrm>
            <a:off x="8396288" y="3297238"/>
            <a:ext cx="258762" cy="4111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grpSp>
        <p:nvGrpSpPr>
          <p:cNvPr id="22" name="Group 15">
            <a:extLst>
              <a:ext uri="{FF2B5EF4-FFF2-40B4-BE49-F238E27FC236}">
                <a16:creationId xmlns:a16="http://schemas.microsoft.com/office/drawing/2014/main" id="{76B79F5D-9823-7C8F-CF1D-D3FFCEF62541}"/>
              </a:ext>
            </a:extLst>
          </p:cNvPr>
          <p:cNvGrpSpPr>
            <a:grpSpLocks/>
          </p:cNvGrpSpPr>
          <p:nvPr/>
        </p:nvGrpSpPr>
        <p:grpSpPr bwMode="auto">
          <a:xfrm>
            <a:off x="0" y="1981200"/>
            <a:ext cx="9144000" cy="2362200"/>
            <a:chOff x="0" y="1248"/>
            <a:chExt cx="5760" cy="1488"/>
          </a:xfrm>
        </p:grpSpPr>
        <p:grpSp>
          <p:nvGrpSpPr>
            <p:cNvPr id="45071" name="Group 16">
              <a:extLst>
                <a:ext uri="{FF2B5EF4-FFF2-40B4-BE49-F238E27FC236}">
                  <a16:creationId xmlns:a16="http://schemas.microsoft.com/office/drawing/2014/main" id="{44879DDD-4FFF-D228-C84F-F5667A6BFFF2}"/>
                </a:ext>
              </a:extLst>
            </p:cNvPr>
            <p:cNvGrpSpPr>
              <a:grpSpLocks/>
            </p:cNvGrpSpPr>
            <p:nvPr/>
          </p:nvGrpSpPr>
          <p:grpSpPr bwMode="auto">
            <a:xfrm>
              <a:off x="0" y="1248"/>
              <a:ext cx="1303" cy="1488"/>
              <a:chOff x="0" y="1968"/>
              <a:chExt cx="1303" cy="1488"/>
            </a:xfrm>
          </p:grpSpPr>
          <p:pic>
            <p:nvPicPr>
              <p:cNvPr id="45073" name="Picture 17">
                <a:extLst>
                  <a:ext uri="{FF2B5EF4-FFF2-40B4-BE49-F238E27FC236}">
                    <a16:creationId xmlns:a16="http://schemas.microsoft.com/office/drawing/2014/main" id="{67FE6275-FEF6-2346-BB51-B8E0146993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968"/>
                <a:ext cx="1303" cy="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4" name="Rectangle 18">
                <a:extLst>
                  <a:ext uri="{FF2B5EF4-FFF2-40B4-BE49-F238E27FC236}">
                    <a16:creationId xmlns:a16="http://schemas.microsoft.com/office/drawing/2014/main" id="{BA6EE2A5-97B1-9980-533F-D378AE8CE257}"/>
                  </a:ext>
                </a:extLst>
              </p:cNvPr>
              <p:cNvSpPr>
                <a:spLocks noChangeArrowheads="1"/>
              </p:cNvSpPr>
              <p:nvPr/>
            </p:nvSpPr>
            <p:spPr bwMode="auto">
              <a:xfrm>
                <a:off x="144" y="1968"/>
                <a:ext cx="1104" cy="5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grpSp>
        <p:sp>
          <p:nvSpPr>
            <p:cNvPr id="45072" name="Text Box 19">
              <a:extLst>
                <a:ext uri="{FF2B5EF4-FFF2-40B4-BE49-F238E27FC236}">
                  <a16:creationId xmlns:a16="http://schemas.microsoft.com/office/drawing/2014/main" id="{FF6843C2-7DC7-5643-C1E6-97CABA31065E}"/>
                </a:ext>
              </a:extLst>
            </p:cNvPr>
            <p:cNvSpPr txBox="1">
              <a:spLocks noChangeArrowheads="1"/>
            </p:cNvSpPr>
            <p:nvPr/>
          </p:nvSpPr>
          <p:spPr bwMode="auto">
            <a:xfrm>
              <a:off x="1392" y="2064"/>
              <a:ext cx="436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Capacitor discharges completely, yet current keeps going. Energy is all in the inductor.</a:t>
              </a:r>
            </a:p>
          </p:txBody>
        </p:sp>
      </p:grpSp>
      <p:grpSp>
        <p:nvGrpSpPr>
          <p:cNvPr id="27" name="Group 20">
            <a:extLst>
              <a:ext uri="{FF2B5EF4-FFF2-40B4-BE49-F238E27FC236}">
                <a16:creationId xmlns:a16="http://schemas.microsoft.com/office/drawing/2014/main" id="{CF1AC293-CC94-5A4A-EB23-B849F635DFF1}"/>
              </a:ext>
            </a:extLst>
          </p:cNvPr>
          <p:cNvGrpSpPr>
            <a:grpSpLocks/>
          </p:cNvGrpSpPr>
          <p:nvPr/>
        </p:nvGrpSpPr>
        <p:grpSpPr bwMode="auto">
          <a:xfrm>
            <a:off x="6477000" y="762000"/>
            <a:ext cx="2471738" cy="2430463"/>
            <a:chOff x="4203" y="912"/>
            <a:chExt cx="1557" cy="1531"/>
          </a:xfrm>
        </p:grpSpPr>
        <p:pic>
          <p:nvPicPr>
            <p:cNvPr id="45069" name="Picture 21">
              <a:extLst>
                <a:ext uri="{FF2B5EF4-FFF2-40B4-BE49-F238E27FC236}">
                  <a16:creationId xmlns:a16="http://schemas.microsoft.com/office/drawing/2014/main" id="{DC0390F2-063B-2D17-05D5-10E258AA86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3" y="912"/>
              <a:ext cx="1557" cy="1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0" name="Rectangle 22">
              <a:extLst>
                <a:ext uri="{FF2B5EF4-FFF2-40B4-BE49-F238E27FC236}">
                  <a16:creationId xmlns:a16="http://schemas.microsoft.com/office/drawing/2014/main" id="{082867A3-69E3-B1F9-6189-289B352836C3}"/>
                </a:ext>
              </a:extLst>
            </p:cNvPr>
            <p:cNvSpPr>
              <a:spLocks noChangeArrowheads="1"/>
            </p:cNvSpPr>
            <p:nvPr/>
          </p:nvSpPr>
          <p:spPr bwMode="auto">
            <a:xfrm>
              <a:off x="4368" y="912"/>
              <a:ext cx="1392" cy="4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grpSp>
      <p:sp>
        <p:nvSpPr>
          <p:cNvPr id="30" name="Text Box 26">
            <a:extLst>
              <a:ext uri="{FF2B5EF4-FFF2-40B4-BE49-F238E27FC236}">
                <a16:creationId xmlns:a16="http://schemas.microsoft.com/office/drawing/2014/main" id="{B888A445-901E-846E-295F-FE6EC1588DEB}"/>
              </a:ext>
            </a:extLst>
          </p:cNvPr>
          <p:cNvSpPr txBox="1">
            <a:spLocks noChangeArrowheads="1"/>
          </p:cNvSpPr>
          <p:nvPr/>
        </p:nvSpPr>
        <p:spPr bwMode="auto">
          <a:xfrm>
            <a:off x="2286000" y="762000"/>
            <a:ext cx="6492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Capacitor initially charged. Initially, current is zero, energy is all stored in the capacitor.</a:t>
            </a:r>
          </a:p>
        </p:txBody>
      </p:sp>
      <p:sp>
        <p:nvSpPr>
          <p:cNvPr id="31" name="Text Box 27">
            <a:extLst>
              <a:ext uri="{FF2B5EF4-FFF2-40B4-BE49-F238E27FC236}">
                <a16:creationId xmlns:a16="http://schemas.microsoft.com/office/drawing/2014/main" id="{C02EF1E3-BBDC-B6DF-0185-5E4EE1789EA3}"/>
              </a:ext>
            </a:extLst>
          </p:cNvPr>
          <p:cNvSpPr txBox="1">
            <a:spLocks noChangeArrowheads="1"/>
          </p:cNvSpPr>
          <p:nvPr/>
        </p:nvSpPr>
        <p:spPr bwMode="auto">
          <a:xfrm>
            <a:off x="228600" y="1981200"/>
            <a:ext cx="6324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A current gets going, energy gets split between the capacitor and the inductor.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a:extLst>
              <a:ext uri="{FF2B5EF4-FFF2-40B4-BE49-F238E27FC236}">
                <a16:creationId xmlns:a16="http://schemas.microsoft.com/office/drawing/2014/main" id="{E2D17BB1-C259-CA73-2D6E-51B526FA6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64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a:extLst>
              <a:ext uri="{FF2B5EF4-FFF2-40B4-BE49-F238E27FC236}">
                <a16:creationId xmlns:a16="http://schemas.microsoft.com/office/drawing/2014/main" id="{34D8B137-989A-82B2-5DC3-1E94E56384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8E5A301F-C077-4755-9943-8D786BDC53D4}" type="slidenum">
              <a:rPr lang="en-US" altLang="en-US" sz="1200" smtClean="0">
                <a:solidFill>
                  <a:srgbClr val="D38E27"/>
                </a:solidFill>
              </a:rPr>
              <a:pPr>
                <a:spcBef>
                  <a:spcPct val="0"/>
                </a:spcBef>
                <a:buClrTx/>
                <a:buSzTx/>
                <a:buFontTx/>
                <a:buNone/>
              </a:pPr>
              <a:t>29</a:t>
            </a:fld>
            <a:endParaRPr lang="en-US" altLang="en-US" sz="1200">
              <a:solidFill>
                <a:srgbClr val="D38E27"/>
              </a:solidFill>
            </a:endParaRPr>
          </a:p>
        </p:txBody>
      </p:sp>
      <p:pic>
        <p:nvPicPr>
          <p:cNvPr id="5" name="Picture 2">
            <a:extLst>
              <a:ext uri="{FF2B5EF4-FFF2-40B4-BE49-F238E27FC236}">
                <a16:creationId xmlns:a16="http://schemas.microsoft.com/office/drawing/2014/main" id="{20040152-1475-BA0C-5236-EB81B0A97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5800"/>
            <a:ext cx="222408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3">
            <a:extLst>
              <a:ext uri="{FF2B5EF4-FFF2-40B4-BE49-F238E27FC236}">
                <a16:creationId xmlns:a16="http://schemas.microsoft.com/office/drawing/2014/main" id="{E7A16679-EC78-70EC-FF40-E9B514FC079D}"/>
              </a:ext>
            </a:extLst>
          </p:cNvPr>
          <p:cNvGraphicFramePr>
            <a:graphicFrameLocks noChangeAspect="1"/>
          </p:cNvGraphicFramePr>
          <p:nvPr/>
        </p:nvGraphicFramePr>
        <p:xfrm>
          <a:off x="2667000" y="1066800"/>
          <a:ext cx="1993900" cy="404813"/>
        </p:xfrm>
        <a:graphic>
          <a:graphicData uri="http://schemas.openxmlformats.org/presentationml/2006/ole">
            <mc:AlternateContent xmlns:mc="http://schemas.openxmlformats.org/markup-compatibility/2006">
              <mc:Choice xmlns:v="urn:schemas-microsoft-com:vml" Requires="v">
                <p:oleObj name="Equation" r:id="rId3" imgW="1993035" imgH="406224" progId="Equation.3">
                  <p:embed/>
                </p:oleObj>
              </mc:Choice>
              <mc:Fallback>
                <p:oleObj name="Equation" r:id="rId3" imgW="1993035" imgH="406224" progId="Equation.3">
                  <p:embed/>
                  <p:pic>
                    <p:nvPicPr>
                      <p:cNvPr id="6" name="Object 3">
                        <a:extLst>
                          <a:ext uri="{FF2B5EF4-FFF2-40B4-BE49-F238E27FC236}">
                            <a16:creationId xmlns:a16="http://schemas.microsoft.com/office/drawing/2014/main" id="{E7A16679-EC78-70EC-FF40-E9B514FC07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066800"/>
                        <a:ext cx="19939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4">
            <a:extLst>
              <a:ext uri="{FF2B5EF4-FFF2-40B4-BE49-F238E27FC236}">
                <a16:creationId xmlns:a16="http://schemas.microsoft.com/office/drawing/2014/main" id="{4B0F1826-9229-D9DD-B05E-B978EB05E382}"/>
              </a:ext>
            </a:extLst>
          </p:cNvPr>
          <p:cNvGraphicFramePr>
            <a:graphicFrameLocks noChangeAspect="1"/>
          </p:cNvGraphicFramePr>
          <p:nvPr/>
        </p:nvGraphicFramePr>
        <p:xfrm>
          <a:off x="5791200" y="838200"/>
          <a:ext cx="2197100" cy="762000"/>
        </p:xfrm>
        <a:graphic>
          <a:graphicData uri="http://schemas.openxmlformats.org/presentationml/2006/ole">
            <mc:AlternateContent xmlns:mc="http://schemas.openxmlformats.org/markup-compatibility/2006">
              <mc:Choice xmlns:v="urn:schemas-microsoft-com:vml" Requires="v">
                <p:oleObj name="Equation" r:id="rId5" imgW="2197100" imgH="762000" progId="Equation.3">
                  <p:embed/>
                </p:oleObj>
              </mc:Choice>
              <mc:Fallback>
                <p:oleObj name="Equation" r:id="rId5" imgW="2197100" imgH="762000" progId="Equation.3">
                  <p:embed/>
                  <p:pic>
                    <p:nvPicPr>
                      <p:cNvPr id="7" name="Object 4">
                        <a:extLst>
                          <a:ext uri="{FF2B5EF4-FFF2-40B4-BE49-F238E27FC236}">
                            <a16:creationId xmlns:a16="http://schemas.microsoft.com/office/drawing/2014/main" id="{4B0F1826-9229-D9DD-B05E-B978EB05E3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838200"/>
                        <a:ext cx="21971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1FF7730E-81C1-9DD8-D438-B30F131262BC}"/>
              </a:ext>
            </a:extLst>
          </p:cNvPr>
          <p:cNvGraphicFramePr>
            <a:graphicFrameLocks noChangeAspect="1"/>
          </p:cNvGraphicFramePr>
          <p:nvPr/>
        </p:nvGraphicFramePr>
        <p:xfrm>
          <a:off x="2667000" y="1981200"/>
          <a:ext cx="4292600" cy="762000"/>
        </p:xfrm>
        <a:graphic>
          <a:graphicData uri="http://schemas.openxmlformats.org/presentationml/2006/ole">
            <mc:AlternateContent xmlns:mc="http://schemas.openxmlformats.org/markup-compatibility/2006">
              <mc:Choice xmlns:v="urn:schemas-microsoft-com:vml" Requires="v">
                <p:oleObj name="Equation" r:id="rId7" imgW="4292600" imgH="762000" progId="Equation.3">
                  <p:embed/>
                </p:oleObj>
              </mc:Choice>
              <mc:Fallback>
                <p:oleObj name="Equation" r:id="rId7" imgW="4292600" imgH="762000" progId="Equation.3">
                  <p:embed/>
                  <p:pic>
                    <p:nvPicPr>
                      <p:cNvPr id="8" name="Object 5">
                        <a:extLst>
                          <a:ext uri="{FF2B5EF4-FFF2-40B4-BE49-F238E27FC236}">
                            <a16:creationId xmlns:a16="http://schemas.microsoft.com/office/drawing/2014/main" id="{1FF7730E-81C1-9DD8-D438-B30F131262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1981200"/>
                        <a:ext cx="42926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a:extLst>
              <a:ext uri="{FF2B5EF4-FFF2-40B4-BE49-F238E27FC236}">
                <a16:creationId xmlns:a16="http://schemas.microsoft.com/office/drawing/2014/main" id="{1DF18BD1-8511-B93A-98B6-992C17F3CF64}"/>
              </a:ext>
            </a:extLst>
          </p:cNvPr>
          <p:cNvGraphicFramePr>
            <a:graphicFrameLocks noChangeAspect="1"/>
          </p:cNvGraphicFramePr>
          <p:nvPr/>
        </p:nvGraphicFramePr>
        <p:xfrm>
          <a:off x="2960688" y="2803525"/>
          <a:ext cx="2300287" cy="889000"/>
        </p:xfrm>
        <a:graphic>
          <a:graphicData uri="http://schemas.openxmlformats.org/presentationml/2006/ole">
            <mc:AlternateContent xmlns:mc="http://schemas.openxmlformats.org/markup-compatibility/2006">
              <mc:Choice xmlns:v="urn:schemas-microsoft-com:vml" Requires="v">
                <p:oleObj name="Equation" r:id="rId9" imgW="1117600" imgH="431800" progId="Equation.3">
                  <p:embed/>
                </p:oleObj>
              </mc:Choice>
              <mc:Fallback>
                <p:oleObj name="Equation" r:id="rId9" imgW="1117600" imgH="431800" progId="Equation.3">
                  <p:embed/>
                  <p:pic>
                    <p:nvPicPr>
                      <p:cNvPr id="9" name="Object 6">
                        <a:extLst>
                          <a:ext uri="{FF2B5EF4-FFF2-40B4-BE49-F238E27FC236}">
                            <a16:creationId xmlns:a16="http://schemas.microsoft.com/office/drawing/2014/main" id="{1DF18BD1-8511-B93A-98B6-992C17F3CF6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0688" y="2803525"/>
                        <a:ext cx="2300287"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7">
            <a:extLst>
              <a:ext uri="{FF2B5EF4-FFF2-40B4-BE49-F238E27FC236}">
                <a16:creationId xmlns:a16="http://schemas.microsoft.com/office/drawing/2014/main" id="{3919326F-0249-816E-1249-4B4A38939D6C}"/>
              </a:ext>
            </a:extLst>
          </p:cNvPr>
          <p:cNvGraphicFramePr>
            <a:graphicFrameLocks noChangeAspect="1"/>
          </p:cNvGraphicFramePr>
          <p:nvPr/>
        </p:nvGraphicFramePr>
        <p:xfrm>
          <a:off x="7848600" y="1981200"/>
          <a:ext cx="762000" cy="711200"/>
        </p:xfrm>
        <a:graphic>
          <a:graphicData uri="http://schemas.openxmlformats.org/presentationml/2006/ole">
            <mc:AlternateContent xmlns:mc="http://schemas.openxmlformats.org/markup-compatibility/2006">
              <mc:Choice xmlns:v="urn:schemas-microsoft-com:vml" Requires="v">
                <p:oleObj name="Equation" r:id="rId11" imgW="761669" imgH="710891" progId="Equation.3">
                  <p:embed/>
                </p:oleObj>
              </mc:Choice>
              <mc:Fallback>
                <p:oleObj name="Equation" r:id="rId11" imgW="761669" imgH="710891" progId="Equation.3">
                  <p:embed/>
                  <p:pic>
                    <p:nvPicPr>
                      <p:cNvPr id="10" name="Object 7">
                        <a:extLst>
                          <a:ext uri="{FF2B5EF4-FFF2-40B4-BE49-F238E27FC236}">
                            <a16:creationId xmlns:a16="http://schemas.microsoft.com/office/drawing/2014/main" id="{3919326F-0249-816E-1249-4B4A38939D6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8600" y="1981200"/>
                        <a:ext cx="7620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8">
            <a:extLst>
              <a:ext uri="{FF2B5EF4-FFF2-40B4-BE49-F238E27FC236}">
                <a16:creationId xmlns:a16="http://schemas.microsoft.com/office/drawing/2014/main" id="{C2494013-AC4B-7499-8B39-31F907AC9E24}"/>
              </a:ext>
            </a:extLst>
          </p:cNvPr>
          <p:cNvGraphicFramePr>
            <a:graphicFrameLocks noChangeAspect="1"/>
          </p:cNvGraphicFramePr>
          <p:nvPr/>
        </p:nvGraphicFramePr>
        <p:xfrm>
          <a:off x="2551113" y="3992563"/>
          <a:ext cx="1955800" cy="896937"/>
        </p:xfrm>
        <a:graphic>
          <a:graphicData uri="http://schemas.openxmlformats.org/presentationml/2006/ole">
            <mc:AlternateContent xmlns:mc="http://schemas.openxmlformats.org/markup-compatibility/2006">
              <mc:Choice xmlns:v="urn:schemas-microsoft-com:vml" Requires="v">
                <p:oleObj name="Equation" r:id="rId13" imgW="914400" imgH="419100" progId="Equation.DSMT4">
                  <p:embed/>
                </p:oleObj>
              </mc:Choice>
              <mc:Fallback>
                <p:oleObj name="Equation" r:id="rId13" imgW="914400" imgH="419100" progId="Equation.DSMT4">
                  <p:embed/>
                  <p:pic>
                    <p:nvPicPr>
                      <p:cNvPr id="11" name="Object 8">
                        <a:extLst>
                          <a:ext uri="{FF2B5EF4-FFF2-40B4-BE49-F238E27FC236}">
                            <a16:creationId xmlns:a16="http://schemas.microsoft.com/office/drawing/2014/main" id="{C2494013-AC4B-7499-8B39-31F907AC9E2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51113" y="3992563"/>
                        <a:ext cx="1955800" cy="896937"/>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rgbClr val="0099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3">
            <a:extLst>
              <a:ext uri="{FF2B5EF4-FFF2-40B4-BE49-F238E27FC236}">
                <a16:creationId xmlns:a16="http://schemas.microsoft.com/office/drawing/2014/main" id="{1518DFC9-5BB9-19DD-E9EC-9F9170FC56BE}"/>
              </a:ext>
            </a:extLst>
          </p:cNvPr>
          <p:cNvGraphicFramePr>
            <a:graphicFrameLocks noChangeAspect="1"/>
          </p:cNvGraphicFramePr>
          <p:nvPr/>
        </p:nvGraphicFramePr>
        <p:xfrm>
          <a:off x="5260975" y="4073525"/>
          <a:ext cx="1206500" cy="762000"/>
        </p:xfrm>
        <a:graphic>
          <a:graphicData uri="http://schemas.openxmlformats.org/presentationml/2006/ole">
            <mc:AlternateContent xmlns:mc="http://schemas.openxmlformats.org/markup-compatibility/2006">
              <mc:Choice xmlns:v="urn:schemas-microsoft-com:vml" Requires="v">
                <p:oleObj name="Equation" r:id="rId15" imgW="1206500" imgH="762000" progId="Equation.3">
                  <p:embed/>
                </p:oleObj>
              </mc:Choice>
              <mc:Fallback>
                <p:oleObj name="Equation" r:id="rId15" imgW="1206500" imgH="762000" progId="Equation.3">
                  <p:embed/>
                  <p:pic>
                    <p:nvPicPr>
                      <p:cNvPr id="16" name="Object 13">
                        <a:extLst>
                          <a:ext uri="{FF2B5EF4-FFF2-40B4-BE49-F238E27FC236}">
                            <a16:creationId xmlns:a16="http://schemas.microsoft.com/office/drawing/2014/main" id="{1518DFC9-5BB9-19DD-E9EC-9F9170FC56B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60975" y="4073525"/>
                        <a:ext cx="1206500" cy="76200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4">
            <a:extLst>
              <a:ext uri="{FF2B5EF4-FFF2-40B4-BE49-F238E27FC236}">
                <a16:creationId xmlns:a16="http://schemas.microsoft.com/office/drawing/2014/main" id="{4D4FE919-C057-0EA5-9CBD-F8232B697933}"/>
              </a:ext>
            </a:extLst>
          </p:cNvPr>
          <p:cNvGraphicFramePr>
            <a:graphicFrameLocks noChangeAspect="1"/>
          </p:cNvGraphicFramePr>
          <p:nvPr/>
        </p:nvGraphicFramePr>
        <p:xfrm>
          <a:off x="2368550" y="5345113"/>
          <a:ext cx="2590800" cy="496887"/>
        </p:xfrm>
        <a:graphic>
          <a:graphicData uri="http://schemas.openxmlformats.org/presentationml/2006/ole">
            <mc:AlternateContent xmlns:mc="http://schemas.openxmlformats.org/markup-compatibility/2006">
              <mc:Choice xmlns:v="urn:schemas-microsoft-com:vml" Requires="v">
                <p:oleObj name="Equation" r:id="rId17" imgW="1193800" imgH="228600" progId="Equation.3">
                  <p:embed/>
                </p:oleObj>
              </mc:Choice>
              <mc:Fallback>
                <p:oleObj name="Equation" r:id="rId17" imgW="1193800" imgH="228600" progId="Equation.3">
                  <p:embed/>
                  <p:pic>
                    <p:nvPicPr>
                      <p:cNvPr id="17" name="Object 14">
                        <a:extLst>
                          <a:ext uri="{FF2B5EF4-FFF2-40B4-BE49-F238E27FC236}">
                            <a16:creationId xmlns:a16="http://schemas.microsoft.com/office/drawing/2014/main" id="{4D4FE919-C057-0EA5-9CBD-F8232B69793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68550" y="5345113"/>
                        <a:ext cx="2590800" cy="496887"/>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Rectangle 15">
            <a:extLst>
              <a:ext uri="{FF2B5EF4-FFF2-40B4-BE49-F238E27FC236}">
                <a16:creationId xmlns:a16="http://schemas.microsoft.com/office/drawing/2014/main" id="{D66E8657-6D1E-A942-0D2F-49A77D34AD10}"/>
              </a:ext>
            </a:extLst>
          </p:cNvPr>
          <p:cNvSpPr>
            <a:spLocks noGrp="1" noChangeArrowheads="1"/>
          </p:cNvSpPr>
          <p:nvPr>
            <p:ph type="title"/>
          </p:nvPr>
        </p:nvSpPr>
        <p:spPr>
          <a:xfrm>
            <a:off x="646113" y="0"/>
            <a:ext cx="7772400" cy="1143000"/>
          </a:xfrm>
        </p:spPr>
        <p:txBody>
          <a:bodyPr/>
          <a:lstStyle/>
          <a:p>
            <a:pPr>
              <a:defRPr/>
            </a:pPr>
            <a:r>
              <a:rPr lang="en-US" altLang="en-NG" b="1">
                <a:solidFill>
                  <a:srgbClr val="CC0066"/>
                </a:solidFill>
                <a:effectLst>
                  <a:outerShdw blurRad="38100" dist="38100" dir="2700000" algn="tl">
                    <a:srgbClr val="C0C0C0"/>
                  </a:outerShdw>
                </a:effectLst>
              </a:rPr>
              <a:t>Electric Oscillators: the math</a:t>
            </a:r>
          </a:p>
        </p:txBody>
      </p:sp>
      <p:sp>
        <p:nvSpPr>
          <p:cNvPr id="19" name="Text Box 16">
            <a:extLst>
              <a:ext uri="{FF2B5EF4-FFF2-40B4-BE49-F238E27FC236}">
                <a16:creationId xmlns:a16="http://schemas.microsoft.com/office/drawing/2014/main" id="{9FBB73D3-BD8C-E51F-FF13-685E1183C630}"/>
              </a:ext>
            </a:extLst>
          </p:cNvPr>
          <p:cNvSpPr txBox="1">
            <a:spLocks noChangeArrowheads="1"/>
          </p:cNvSpPr>
          <p:nvPr/>
        </p:nvSpPr>
        <p:spPr bwMode="auto">
          <a:xfrm>
            <a:off x="5522913" y="2944813"/>
            <a:ext cx="202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(the loop rule!)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a:extLst>
              <a:ext uri="{FF2B5EF4-FFF2-40B4-BE49-F238E27FC236}">
                <a16:creationId xmlns:a16="http://schemas.microsoft.com/office/drawing/2014/main" id="{F6475E9F-DDBB-2BD3-CCC4-B60023251B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20991F53-9F08-4915-8337-4CE16A55A07C}" type="slidenum">
              <a:rPr lang="en-US" altLang="en-US" sz="1200" smtClean="0">
                <a:solidFill>
                  <a:srgbClr val="D38E27"/>
                </a:solidFill>
              </a:rPr>
              <a:pPr>
                <a:spcBef>
                  <a:spcPct val="0"/>
                </a:spcBef>
                <a:buClrTx/>
                <a:buSzTx/>
                <a:buFontTx/>
                <a:buNone/>
              </a:pPr>
              <a:t>30</a:t>
            </a:fld>
            <a:endParaRPr lang="en-US" altLang="en-US" sz="1200">
              <a:solidFill>
                <a:srgbClr val="D38E27"/>
              </a:solidFill>
            </a:endParaRPr>
          </a:p>
        </p:txBody>
      </p:sp>
      <p:graphicFrame>
        <p:nvGraphicFramePr>
          <p:cNvPr id="5" name="Object 2">
            <a:extLst>
              <a:ext uri="{FF2B5EF4-FFF2-40B4-BE49-F238E27FC236}">
                <a16:creationId xmlns:a16="http://schemas.microsoft.com/office/drawing/2014/main" id="{2DA799CB-6F39-4450-4506-5D53416A9CA7}"/>
              </a:ext>
            </a:extLst>
          </p:cNvPr>
          <p:cNvGraphicFramePr>
            <a:graphicFrameLocks noChangeAspect="1"/>
          </p:cNvGraphicFramePr>
          <p:nvPr/>
        </p:nvGraphicFramePr>
        <p:xfrm>
          <a:off x="152400" y="1066800"/>
          <a:ext cx="3970338" cy="2209800"/>
        </p:xfrm>
        <a:graphic>
          <a:graphicData uri="http://schemas.openxmlformats.org/presentationml/2006/ole">
            <mc:AlternateContent xmlns:mc="http://schemas.openxmlformats.org/markup-compatibility/2006">
              <mc:Choice xmlns:v="urn:schemas-microsoft-com:vml" Requires="v">
                <p:oleObj name="Worksheet" r:id="rId2" imgW="3970438" imgH="2210235" progId="Excel.Sheet.8">
                  <p:embed/>
                </p:oleObj>
              </mc:Choice>
              <mc:Fallback>
                <p:oleObj name="Worksheet" r:id="rId2" imgW="3970438" imgH="2210235" progId="Excel.Sheet.8">
                  <p:embed/>
                  <p:pic>
                    <p:nvPicPr>
                      <p:cNvPr id="5" name="Object 2">
                        <a:extLst>
                          <a:ext uri="{FF2B5EF4-FFF2-40B4-BE49-F238E27FC236}">
                            <a16:creationId xmlns:a16="http://schemas.microsoft.com/office/drawing/2014/main" id="{2DA799CB-6F39-4450-4506-5D53416A9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66800"/>
                        <a:ext cx="3970338"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3">
            <a:extLst>
              <a:ext uri="{FF2B5EF4-FFF2-40B4-BE49-F238E27FC236}">
                <a16:creationId xmlns:a16="http://schemas.microsoft.com/office/drawing/2014/main" id="{4DB9E829-9113-0A34-D64F-BD43F08AC06F}"/>
              </a:ext>
            </a:extLst>
          </p:cNvPr>
          <p:cNvGraphicFramePr>
            <a:graphicFrameLocks noChangeAspect="1"/>
          </p:cNvGraphicFramePr>
          <p:nvPr/>
        </p:nvGraphicFramePr>
        <p:xfrm>
          <a:off x="5513388" y="1025525"/>
          <a:ext cx="2603500" cy="498475"/>
        </p:xfrm>
        <a:graphic>
          <a:graphicData uri="http://schemas.openxmlformats.org/presentationml/2006/ole">
            <mc:AlternateContent xmlns:mc="http://schemas.openxmlformats.org/markup-compatibility/2006">
              <mc:Choice xmlns:v="urn:schemas-microsoft-com:vml" Requires="v">
                <p:oleObj name="Equation" r:id="rId4" imgW="1193800" imgH="228600" progId="Equation.3">
                  <p:embed/>
                </p:oleObj>
              </mc:Choice>
              <mc:Fallback>
                <p:oleObj name="Equation" r:id="rId4" imgW="1193800" imgH="228600" progId="Equation.3">
                  <p:embed/>
                  <p:pic>
                    <p:nvPicPr>
                      <p:cNvPr id="6" name="Object 3">
                        <a:extLst>
                          <a:ext uri="{FF2B5EF4-FFF2-40B4-BE49-F238E27FC236}">
                            <a16:creationId xmlns:a16="http://schemas.microsoft.com/office/drawing/2014/main" id="{4DB9E829-9113-0A34-D64F-BD43F08AC0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3388" y="1025525"/>
                        <a:ext cx="26035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4">
            <a:extLst>
              <a:ext uri="{FF2B5EF4-FFF2-40B4-BE49-F238E27FC236}">
                <a16:creationId xmlns:a16="http://schemas.microsoft.com/office/drawing/2014/main" id="{EC78042A-7BA6-AD0D-B14D-AE1699886EC4}"/>
              </a:ext>
            </a:extLst>
          </p:cNvPr>
          <p:cNvGraphicFramePr>
            <a:graphicFrameLocks noChangeAspect="1"/>
          </p:cNvGraphicFramePr>
          <p:nvPr/>
        </p:nvGraphicFramePr>
        <p:xfrm>
          <a:off x="4876800" y="1447800"/>
          <a:ext cx="3352800" cy="787400"/>
        </p:xfrm>
        <a:graphic>
          <a:graphicData uri="http://schemas.openxmlformats.org/presentationml/2006/ole">
            <mc:AlternateContent xmlns:mc="http://schemas.openxmlformats.org/markup-compatibility/2006">
              <mc:Choice xmlns:v="urn:schemas-microsoft-com:vml" Requires="v">
                <p:oleObj name="Equation" r:id="rId6" imgW="1675673" imgH="393529" progId="Equation.3">
                  <p:embed/>
                </p:oleObj>
              </mc:Choice>
              <mc:Fallback>
                <p:oleObj name="Equation" r:id="rId6" imgW="1675673" imgH="393529" progId="Equation.3">
                  <p:embed/>
                  <p:pic>
                    <p:nvPicPr>
                      <p:cNvPr id="7" name="Object 4">
                        <a:extLst>
                          <a:ext uri="{FF2B5EF4-FFF2-40B4-BE49-F238E27FC236}">
                            <a16:creationId xmlns:a16="http://schemas.microsoft.com/office/drawing/2014/main" id="{EC78042A-7BA6-AD0D-B14D-AE1699886E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1447800"/>
                        <a:ext cx="33528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78D9F0C5-9ED0-B425-302C-2496F6F76955}"/>
              </a:ext>
            </a:extLst>
          </p:cNvPr>
          <p:cNvGraphicFramePr>
            <a:graphicFrameLocks noChangeAspect="1"/>
          </p:cNvGraphicFramePr>
          <p:nvPr/>
        </p:nvGraphicFramePr>
        <p:xfrm>
          <a:off x="4641850" y="2209800"/>
          <a:ext cx="4432300" cy="711200"/>
        </p:xfrm>
        <a:graphic>
          <a:graphicData uri="http://schemas.openxmlformats.org/presentationml/2006/ole">
            <mc:AlternateContent xmlns:mc="http://schemas.openxmlformats.org/markup-compatibility/2006">
              <mc:Choice xmlns:v="urn:schemas-microsoft-com:vml" Requires="v">
                <p:oleObj name="Equation" r:id="rId8" imgW="4432300" imgH="711200" progId="Equation.3">
                  <p:embed/>
                </p:oleObj>
              </mc:Choice>
              <mc:Fallback>
                <p:oleObj name="Equation" r:id="rId8" imgW="4432300" imgH="711200" progId="Equation.3">
                  <p:embed/>
                  <p:pic>
                    <p:nvPicPr>
                      <p:cNvPr id="8" name="Object 5">
                        <a:extLst>
                          <a:ext uri="{FF2B5EF4-FFF2-40B4-BE49-F238E27FC236}">
                            <a16:creationId xmlns:a16="http://schemas.microsoft.com/office/drawing/2014/main" id="{78D9F0C5-9ED0-B425-302C-2496F6F7695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1850" y="2209800"/>
                        <a:ext cx="44323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a:extLst>
              <a:ext uri="{FF2B5EF4-FFF2-40B4-BE49-F238E27FC236}">
                <a16:creationId xmlns:a16="http://schemas.microsoft.com/office/drawing/2014/main" id="{F439A0BE-F8F2-A569-3A1C-48789C8696A8}"/>
              </a:ext>
            </a:extLst>
          </p:cNvPr>
          <p:cNvGraphicFramePr>
            <a:graphicFrameLocks noChangeAspect="1"/>
          </p:cNvGraphicFramePr>
          <p:nvPr/>
        </p:nvGraphicFramePr>
        <p:xfrm>
          <a:off x="152400" y="3581400"/>
          <a:ext cx="4953000" cy="2667000"/>
        </p:xfrm>
        <a:graphic>
          <a:graphicData uri="http://schemas.openxmlformats.org/presentationml/2006/ole">
            <mc:AlternateContent xmlns:mc="http://schemas.openxmlformats.org/markup-compatibility/2006">
              <mc:Choice xmlns:v="urn:schemas-microsoft-com:vml" Requires="v">
                <p:oleObj name="Worksheet" r:id="rId10" imgW="3970438" imgH="2210235" progId="Excel.Sheet.8">
                  <p:embed/>
                </p:oleObj>
              </mc:Choice>
              <mc:Fallback>
                <p:oleObj name="Worksheet" r:id="rId10" imgW="3970438" imgH="2210235" progId="Excel.Sheet.8">
                  <p:embed/>
                  <p:pic>
                    <p:nvPicPr>
                      <p:cNvPr id="9" name="Object 6">
                        <a:extLst>
                          <a:ext uri="{FF2B5EF4-FFF2-40B4-BE49-F238E27FC236}">
                            <a16:creationId xmlns:a16="http://schemas.microsoft.com/office/drawing/2014/main" id="{F439A0BE-F8F2-A569-3A1C-48789C8696A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400" y="3581400"/>
                        <a:ext cx="4953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7">
            <a:extLst>
              <a:ext uri="{FF2B5EF4-FFF2-40B4-BE49-F238E27FC236}">
                <a16:creationId xmlns:a16="http://schemas.microsoft.com/office/drawing/2014/main" id="{8BEDBD9B-5DF1-D492-F0E3-40B956FCFBD1}"/>
              </a:ext>
            </a:extLst>
          </p:cNvPr>
          <p:cNvGraphicFramePr>
            <a:graphicFrameLocks noChangeAspect="1"/>
          </p:cNvGraphicFramePr>
          <p:nvPr/>
        </p:nvGraphicFramePr>
        <p:xfrm>
          <a:off x="4826000" y="2870200"/>
          <a:ext cx="4064000" cy="762000"/>
        </p:xfrm>
        <a:graphic>
          <a:graphicData uri="http://schemas.openxmlformats.org/presentationml/2006/ole">
            <mc:AlternateContent xmlns:mc="http://schemas.openxmlformats.org/markup-compatibility/2006">
              <mc:Choice xmlns:v="urn:schemas-microsoft-com:vml" Requires="v">
                <p:oleObj name="Equation" r:id="rId12" imgW="4064000" imgH="762000" progId="Equation.3">
                  <p:embed/>
                </p:oleObj>
              </mc:Choice>
              <mc:Fallback>
                <p:oleObj name="Equation" r:id="rId12" imgW="4064000" imgH="762000" progId="Equation.3">
                  <p:embed/>
                  <p:pic>
                    <p:nvPicPr>
                      <p:cNvPr id="10" name="Object 7">
                        <a:extLst>
                          <a:ext uri="{FF2B5EF4-FFF2-40B4-BE49-F238E27FC236}">
                            <a16:creationId xmlns:a16="http://schemas.microsoft.com/office/drawing/2014/main" id="{8BEDBD9B-5DF1-D492-F0E3-40B956FCFB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26000" y="2870200"/>
                        <a:ext cx="40640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8">
            <a:extLst>
              <a:ext uri="{FF2B5EF4-FFF2-40B4-BE49-F238E27FC236}">
                <a16:creationId xmlns:a16="http://schemas.microsoft.com/office/drawing/2014/main" id="{E5CDAE34-FC20-BB69-ECA3-815D210AD903}"/>
              </a:ext>
            </a:extLst>
          </p:cNvPr>
          <p:cNvGraphicFramePr>
            <a:graphicFrameLocks noChangeAspect="1"/>
          </p:cNvGraphicFramePr>
          <p:nvPr/>
        </p:nvGraphicFramePr>
        <p:xfrm>
          <a:off x="5080000" y="3886200"/>
          <a:ext cx="3911600" cy="1193800"/>
        </p:xfrm>
        <a:graphic>
          <a:graphicData uri="http://schemas.openxmlformats.org/presentationml/2006/ole">
            <mc:AlternateContent xmlns:mc="http://schemas.openxmlformats.org/markup-compatibility/2006">
              <mc:Choice xmlns:v="urn:schemas-microsoft-com:vml" Requires="v">
                <p:oleObj name="Equation" r:id="rId14" imgW="3911600" imgH="1193800" progId="Equation.3">
                  <p:embed/>
                </p:oleObj>
              </mc:Choice>
              <mc:Fallback>
                <p:oleObj name="Equation" r:id="rId14" imgW="3911600" imgH="1193800" progId="Equation.3">
                  <p:embed/>
                  <p:pic>
                    <p:nvPicPr>
                      <p:cNvPr id="11" name="Object 8">
                        <a:extLst>
                          <a:ext uri="{FF2B5EF4-FFF2-40B4-BE49-F238E27FC236}">
                            <a16:creationId xmlns:a16="http://schemas.microsoft.com/office/drawing/2014/main" id="{E5CDAE34-FC20-BB69-ECA3-815D210AD90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80000" y="3886200"/>
                        <a:ext cx="391160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9">
            <a:extLst>
              <a:ext uri="{FF2B5EF4-FFF2-40B4-BE49-F238E27FC236}">
                <a16:creationId xmlns:a16="http://schemas.microsoft.com/office/drawing/2014/main" id="{4C7FC16B-C53C-D54B-494D-61A8BDD0EEE5}"/>
              </a:ext>
            </a:extLst>
          </p:cNvPr>
          <p:cNvGraphicFramePr>
            <a:graphicFrameLocks noChangeAspect="1"/>
          </p:cNvGraphicFramePr>
          <p:nvPr/>
        </p:nvGraphicFramePr>
        <p:xfrm>
          <a:off x="5486400" y="5334000"/>
          <a:ext cx="3009900" cy="711200"/>
        </p:xfrm>
        <a:graphic>
          <a:graphicData uri="http://schemas.openxmlformats.org/presentationml/2006/ole">
            <mc:AlternateContent xmlns:mc="http://schemas.openxmlformats.org/markup-compatibility/2006">
              <mc:Choice xmlns:v="urn:schemas-microsoft-com:vml" Requires="v">
                <p:oleObj name="Equation" r:id="rId16" imgW="3009900" imgH="711200" progId="Equation.3">
                  <p:embed/>
                </p:oleObj>
              </mc:Choice>
              <mc:Fallback>
                <p:oleObj name="Equation" r:id="rId16" imgW="3009900" imgH="711200" progId="Equation.3">
                  <p:embed/>
                  <p:pic>
                    <p:nvPicPr>
                      <p:cNvPr id="12" name="Object 9">
                        <a:extLst>
                          <a:ext uri="{FF2B5EF4-FFF2-40B4-BE49-F238E27FC236}">
                            <a16:creationId xmlns:a16="http://schemas.microsoft.com/office/drawing/2014/main" id="{4C7FC16B-C53C-D54B-494D-61A8BDD0EEE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86400" y="5334000"/>
                        <a:ext cx="3009900" cy="711200"/>
                      </a:xfrm>
                      <a:prstGeom prst="rect">
                        <a:avLst/>
                      </a:prstGeom>
                      <a:noFill/>
                      <a:ln w="9525">
                        <a:solidFill>
                          <a:srgbClr val="00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10">
            <a:extLst>
              <a:ext uri="{FF2B5EF4-FFF2-40B4-BE49-F238E27FC236}">
                <a16:creationId xmlns:a16="http://schemas.microsoft.com/office/drawing/2014/main" id="{E21D5538-0DAA-CA09-6B1B-CB339FD8047C}"/>
              </a:ext>
            </a:extLst>
          </p:cNvPr>
          <p:cNvSpPr txBox="1">
            <a:spLocks noChangeArrowheads="1"/>
          </p:cNvSpPr>
          <p:nvPr/>
        </p:nvSpPr>
        <p:spPr bwMode="auto">
          <a:xfrm>
            <a:off x="288925" y="6248400"/>
            <a:ext cx="7183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The energy is constant and equal to what we started with.</a:t>
            </a:r>
          </a:p>
        </p:txBody>
      </p:sp>
      <p:sp>
        <p:nvSpPr>
          <p:cNvPr id="14" name="Rectangle 11">
            <a:extLst>
              <a:ext uri="{FF2B5EF4-FFF2-40B4-BE49-F238E27FC236}">
                <a16:creationId xmlns:a16="http://schemas.microsoft.com/office/drawing/2014/main" id="{081AB144-53B9-88EF-5168-692C68F0F13B}"/>
              </a:ext>
            </a:extLst>
          </p:cNvPr>
          <p:cNvSpPr>
            <a:spLocks noGrp="1" noChangeArrowheads="1"/>
          </p:cNvSpPr>
          <p:nvPr>
            <p:ph type="title"/>
          </p:nvPr>
        </p:nvSpPr>
        <p:spPr>
          <a:xfrm>
            <a:off x="595313" y="-228600"/>
            <a:ext cx="7772400" cy="1143000"/>
          </a:xfrm>
        </p:spPr>
        <p:txBody>
          <a:bodyPr/>
          <a:lstStyle/>
          <a:p>
            <a:pPr>
              <a:defRPr/>
            </a:pPr>
            <a:r>
              <a:rPr lang="en-US" altLang="en-NG" b="1">
                <a:solidFill>
                  <a:srgbClr val="CC0066"/>
                </a:solidFill>
                <a:effectLst>
                  <a:outerShdw blurRad="38100" dist="38100" dir="2700000" algn="tl">
                    <a:srgbClr val="C0C0C0"/>
                  </a:outerShdw>
                </a:effectLst>
              </a:rPr>
              <a:t>Electric Oscillators: the math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ADF446A-3DBE-9DA3-52F6-4DECE32824B8}"/>
              </a:ext>
            </a:extLst>
          </p:cNvPr>
          <p:cNvSpPr>
            <a:spLocks noGrp="1" noChangeArrowheads="1"/>
          </p:cNvSpPr>
          <p:nvPr>
            <p:ph type="title"/>
          </p:nvPr>
        </p:nvSpPr>
        <p:spPr>
          <a:xfrm>
            <a:off x="660400" y="300038"/>
            <a:ext cx="7772400" cy="1143000"/>
          </a:xfrm>
        </p:spPr>
        <p:txBody>
          <a:bodyPr/>
          <a:lstStyle/>
          <a:p>
            <a:pPr>
              <a:defRPr/>
            </a:pPr>
            <a:r>
              <a:rPr lang="en-US" altLang="en-NG" sz="3200" b="1">
                <a:solidFill>
                  <a:srgbClr val="CC0066"/>
                </a:solidFill>
                <a:effectLst>
                  <a:outerShdw blurRad="38100" dist="38100" dir="2700000" algn="tl">
                    <a:srgbClr val="C0C0C0"/>
                  </a:outerShdw>
                </a:effectLst>
              </a:rPr>
              <a:t>Example 1 : tuning a radio receiver</a:t>
            </a:r>
            <a:endParaRPr lang="en-US" altLang="en-NG" b="1">
              <a:solidFill>
                <a:srgbClr val="CC0066"/>
              </a:solidFill>
              <a:effectLst>
                <a:outerShdw blurRad="38100" dist="38100" dir="2700000" algn="tl">
                  <a:srgbClr val="C0C0C0"/>
                </a:outerShdw>
              </a:effectLst>
            </a:endParaRPr>
          </a:p>
        </p:txBody>
      </p:sp>
      <p:sp>
        <p:nvSpPr>
          <p:cNvPr id="50179" name="Rectangle 3">
            <a:extLst>
              <a:ext uri="{FF2B5EF4-FFF2-40B4-BE49-F238E27FC236}">
                <a16:creationId xmlns:a16="http://schemas.microsoft.com/office/drawing/2014/main" id="{734590C1-0A2A-8FF9-1D39-560FA9996DB9}"/>
              </a:ext>
            </a:extLst>
          </p:cNvPr>
          <p:cNvSpPr>
            <a:spLocks noGrp="1"/>
          </p:cNvSpPr>
          <p:nvPr>
            <p:ph type="body" sz="half" idx="1"/>
          </p:nvPr>
        </p:nvSpPr>
        <p:spPr>
          <a:xfrm>
            <a:off x="0" y="1981200"/>
            <a:ext cx="4495800" cy="4114800"/>
          </a:xfrm>
        </p:spPr>
        <p:txBody>
          <a:bodyPr/>
          <a:lstStyle/>
          <a:p>
            <a:pPr>
              <a:lnSpc>
                <a:spcPct val="90000"/>
              </a:lnSpc>
              <a:buFontTx/>
              <a:buNone/>
            </a:pPr>
            <a:r>
              <a:rPr lang="en-US" altLang="en-US" sz="2800"/>
              <a:t>   The inductor and capacitor in my car radio are usually set at L = 1 mH &amp; C = 3.18 pF. Which is my favorite FM station?</a:t>
            </a:r>
          </a:p>
          <a:p>
            <a:pPr>
              <a:lnSpc>
                <a:spcPct val="90000"/>
              </a:lnSpc>
              <a:buFontTx/>
              <a:buNone/>
            </a:pPr>
            <a:endParaRPr lang="en-US" altLang="en-US" sz="2800"/>
          </a:p>
          <a:p>
            <a:pPr>
              <a:lnSpc>
                <a:spcPct val="90000"/>
              </a:lnSpc>
              <a:buFontTx/>
              <a:buNone/>
            </a:pPr>
            <a:r>
              <a:rPr lang="en-US" altLang="en-US" sz="2800"/>
              <a:t>(a) QLSU 91.1</a:t>
            </a:r>
          </a:p>
          <a:p>
            <a:pPr>
              <a:lnSpc>
                <a:spcPct val="90000"/>
              </a:lnSpc>
              <a:buFontTx/>
              <a:buNone/>
            </a:pPr>
            <a:r>
              <a:rPr lang="en-US" altLang="en-US" sz="2800"/>
              <a:t>(b) WRKF 89.3 </a:t>
            </a:r>
          </a:p>
          <a:p>
            <a:pPr>
              <a:lnSpc>
                <a:spcPct val="90000"/>
              </a:lnSpc>
              <a:buFontTx/>
              <a:buNone/>
            </a:pPr>
            <a:r>
              <a:rPr lang="en-US" altLang="en-US" sz="2800"/>
              <a:t>(c) Eagle 98.1 WDGL</a:t>
            </a:r>
          </a:p>
        </p:txBody>
      </p:sp>
      <p:sp>
        <p:nvSpPr>
          <p:cNvPr id="9220" name="Text Box 4">
            <a:extLst>
              <a:ext uri="{FF2B5EF4-FFF2-40B4-BE49-F238E27FC236}">
                <a16:creationId xmlns:a16="http://schemas.microsoft.com/office/drawing/2014/main" id="{BE0C4C46-97CE-6268-510A-5A969E341979}"/>
              </a:ext>
            </a:extLst>
          </p:cNvPr>
          <p:cNvSpPr txBox="1">
            <a:spLocks noChangeArrowheads="1"/>
          </p:cNvSpPr>
          <p:nvPr/>
        </p:nvSpPr>
        <p:spPr bwMode="auto">
          <a:xfrm>
            <a:off x="4957763" y="1565275"/>
            <a:ext cx="3790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FM radio stations: frequency </a:t>
            </a:r>
          </a:p>
          <a:p>
            <a:pPr>
              <a:spcBef>
                <a:spcPct val="0"/>
              </a:spcBef>
              <a:buClrTx/>
              <a:buSzTx/>
              <a:buFontTx/>
              <a:buNone/>
            </a:pPr>
            <a:r>
              <a:rPr lang="en-US" altLang="en-US" sz="1800">
                <a:solidFill>
                  <a:schemeClr val="tx1"/>
                </a:solidFill>
                <a:latin typeface="Arial" panose="020B0604020202020204" pitchFamily="34" charset="0"/>
              </a:rPr>
              <a:t>is in MHz.</a:t>
            </a:r>
          </a:p>
        </p:txBody>
      </p:sp>
      <p:graphicFrame>
        <p:nvGraphicFramePr>
          <p:cNvPr id="9221" name="Object 5">
            <a:extLst>
              <a:ext uri="{FF2B5EF4-FFF2-40B4-BE49-F238E27FC236}">
                <a16:creationId xmlns:a16="http://schemas.microsoft.com/office/drawing/2014/main" id="{27A0DDCA-CA40-2919-6DFB-586B415D63B1}"/>
              </a:ext>
            </a:extLst>
          </p:cNvPr>
          <p:cNvGraphicFramePr>
            <a:graphicFrameLocks noChangeAspect="1"/>
          </p:cNvGraphicFramePr>
          <p:nvPr/>
        </p:nvGraphicFramePr>
        <p:xfrm>
          <a:off x="5026025" y="2286000"/>
          <a:ext cx="3827463" cy="2139950"/>
        </p:xfrm>
        <a:graphic>
          <a:graphicData uri="http://schemas.openxmlformats.org/presentationml/2006/ole">
            <mc:AlternateContent xmlns:mc="http://schemas.openxmlformats.org/markup-compatibility/2006">
              <mc:Choice xmlns:v="urn:schemas-microsoft-com:vml" Requires="v">
                <p:oleObj name="Equation" r:id="rId3" imgW="1930400" imgH="1079500" progId="Equation.3">
                  <p:embed/>
                </p:oleObj>
              </mc:Choice>
              <mc:Fallback>
                <p:oleObj name="Equation" r:id="rId3" imgW="1930400" imgH="1079500" progId="Equation.3">
                  <p:embed/>
                  <p:pic>
                    <p:nvPicPr>
                      <p:cNvPr id="9221" name="Object 5">
                        <a:extLst>
                          <a:ext uri="{FF2B5EF4-FFF2-40B4-BE49-F238E27FC236}">
                            <a16:creationId xmlns:a16="http://schemas.microsoft.com/office/drawing/2014/main" id="{27A0DDCA-CA40-2919-6DFB-586B415D63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6025" y="2286000"/>
                        <a:ext cx="3827463" cy="213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2" name="Object 6">
            <a:extLst>
              <a:ext uri="{FF2B5EF4-FFF2-40B4-BE49-F238E27FC236}">
                <a16:creationId xmlns:a16="http://schemas.microsoft.com/office/drawing/2014/main" id="{A9269A03-8580-90DF-39E7-FE57769B305A}"/>
              </a:ext>
            </a:extLst>
          </p:cNvPr>
          <p:cNvGraphicFramePr>
            <a:graphicFrameLocks noChangeAspect="1"/>
          </p:cNvGraphicFramePr>
          <p:nvPr/>
        </p:nvGraphicFramePr>
        <p:xfrm>
          <a:off x="5129213" y="4495800"/>
          <a:ext cx="1997075" cy="1827213"/>
        </p:xfrm>
        <a:graphic>
          <a:graphicData uri="http://schemas.openxmlformats.org/presentationml/2006/ole">
            <mc:AlternateContent xmlns:mc="http://schemas.openxmlformats.org/markup-compatibility/2006">
              <mc:Choice xmlns:v="urn:schemas-microsoft-com:vml" Requires="v">
                <p:oleObj name="Equation" r:id="rId5" imgW="927100" imgH="850900" progId="Equation.3">
                  <p:embed/>
                </p:oleObj>
              </mc:Choice>
              <mc:Fallback>
                <p:oleObj name="Equation" r:id="rId5" imgW="927100" imgH="850900" progId="Equation.3">
                  <p:embed/>
                  <p:pic>
                    <p:nvPicPr>
                      <p:cNvPr id="9222" name="Object 6">
                        <a:extLst>
                          <a:ext uri="{FF2B5EF4-FFF2-40B4-BE49-F238E27FC236}">
                            <a16:creationId xmlns:a16="http://schemas.microsoft.com/office/drawing/2014/main" id="{A9269A03-8580-90DF-39E7-FE57769B30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9213" y="4495800"/>
                        <a:ext cx="1997075" cy="182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D015F1F-943F-C6DF-00A5-772FFF949DFC}"/>
              </a:ext>
            </a:extLst>
          </p:cNvPr>
          <p:cNvSpPr>
            <a:spLocks noGrp="1" noChangeArrowheads="1"/>
          </p:cNvSpPr>
          <p:nvPr>
            <p:ph type="title"/>
          </p:nvPr>
        </p:nvSpPr>
        <p:spPr>
          <a:xfrm>
            <a:off x="496888" y="0"/>
            <a:ext cx="7772400" cy="1143000"/>
          </a:xfrm>
        </p:spPr>
        <p:txBody>
          <a:bodyPr/>
          <a:lstStyle/>
          <a:p>
            <a:pPr>
              <a:defRPr/>
            </a:pPr>
            <a:r>
              <a:rPr lang="en-US" altLang="en-NG" b="1">
                <a:solidFill>
                  <a:srgbClr val="CC0066"/>
                </a:solidFill>
                <a:effectLst>
                  <a:outerShdw blurRad="38100" dist="38100" dir="2700000" algn="tl">
                    <a:srgbClr val="C0C0C0"/>
                  </a:outerShdw>
                </a:effectLst>
              </a:rPr>
              <a:t>Example</a:t>
            </a:r>
            <a:r>
              <a:rPr lang="en-US" altLang="en-NG"/>
              <a:t> </a:t>
            </a:r>
            <a:r>
              <a:rPr lang="en-US" altLang="en-NG" b="1">
                <a:solidFill>
                  <a:srgbClr val="CC0066"/>
                </a:solidFill>
                <a:effectLst>
                  <a:outerShdw blurRad="38100" dist="38100" dir="2700000" algn="tl">
                    <a:srgbClr val="C0C0C0"/>
                  </a:outerShdw>
                </a:effectLst>
              </a:rPr>
              <a:t>2</a:t>
            </a:r>
          </a:p>
        </p:txBody>
      </p:sp>
      <p:sp>
        <p:nvSpPr>
          <p:cNvPr id="52227" name="Rectangle 3">
            <a:extLst>
              <a:ext uri="{FF2B5EF4-FFF2-40B4-BE49-F238E27FC236}">
                <a16:creationId xmlns:a16="http://schemas.microsoft.com/office/drawing/2014/main" id="{FACE2FBA-0D47-2A0B-3159-2F904C7F3B3B}"/>
              </a:ext>
            </a:extLst>
          </p:cNvPr>
          <p:cNvSpPr>
            <a:spLocks noGrp="1"/>
          </p:cNvSpPr>
          <p:nvPr>
            <p:ph type="body" sz="half" idx="1"/>
          </p:nvPr>
        </p:nvSpPr>
        <p:spPr>
          <a:xfrm>
            <a:off x="0" y="892175"/>
            <a:ext cx="6858000" cy="3338513"/>
          </a:xfrm>
        </p:spPr>
        <p:txBody>
          <a:bodyPr/>
          <a:lstStyle/>
          <a:p>
            <a:r>
              <a:rPr lang="en-US" altLang="en-US" sz="2400"/>
              <a:t>In an LC circuit,                 L = 40 mH; C = 4 </a:t>
            </a:r>
            <a:r>
              <a:rPr lang="en-US" altLang="en-US" sz="2400">
                <a:latin typeface="Symbol" panose="05050102010706020507" pitchFamily="18" charset="2"/>
              </a:rPr>
              <a:t>m</a:t>
            </a:r>
            <a:r>
              <a:rPr lang="en-US" altLang="en-US" sz="2400"/>
              <a:t>F</a:t>
            </a:r>
          </a:p>
          <a:p>
            <a:r>
              <a:rPr lang="en-US" altLang="en-US" sz="2400"/>
              <a:t>At t = 0, the current is a maximum;</a:t>
            </a:r>
          </a:p>
          <a:p>
            <a:r>
              <a:rPr lang="en-US" altLang="en-US" sz="2400"/>
              <a:t>When will the capacitor be fully charged for the first time?</a:t>
            </a:r>
          </a:p>
        </p:txBody>
      </p:sp>
      <p:graphicFrame>
        <p:nvGraphicFramePr>
          <p:cNvPr id="10244" name="Object 4">
            <a:extLst>
              <a:ext uri="{FF2B5EF4-FFF2-40B4-BE49-F238E27FC236}">
                <a16:creationId xmlns:a16="http://schemas.microsoft.com/office/drawing/2014/main" id="{69983739-5B87-440A-4F39-EE23BFE23751}"/>
              </a:ext>
            </a:extLst>
          </p:cNvPr>
          <p:cNvGraphicFramePr>
            <a:graphicFrameLocks noChangeAspect="1"/>
          </p:cNvGraphicFramePr>
          <p:nvPr/>
        </p:nvGraphicFramePr>
        <p:xfrm>
          <a:off x="587375" y="2960688"/>
          <a:ext cx="4129088" cy="936625"/>
        </p:xfrm>
        <a:graphic>
          <a:graphicData uri="http://schemas.openxmlformats.org/presentationml/2006/ole">
            <mc:AlternateContent xmlns:mc="http://schemas.openxmlformats.org/markup-compatibility/2006">
              <mc:Choice xmlns:v="urn:schemas-microsoft-com:vml" Requires="v">
                <p:oleObj name="Equation" r:id="rId3" imgW="2959100" imgH="673100" progId="Equation.3">
                  <p:embed/>
                </p:oleObj>
              </mc:Choice>
              <mc:Fallback>
                <p:oleObj name="Equation" r:id="rId3" imgW="2959100" imgH="673100" progId="Equation.3">
                  <p:embed/>
                  <p:pic>
                    <p:nvPicPr>
                      <p:cNvPr id="10244" name="Object 4">
                        <a:extLst>
                          <a:ext uri="{FF2B5EF4-FFF2-40B4-BE49-F238E27FC236}">
                            <a16:creationId xmlns:a16="http://schemas.microsoft.com/office/drawing/2014/main" id="{69983739-5B87-440A-4F39-EE23BFE237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75" y="2960688"/>
                        <a:ext cx="4129088"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5" name="Text Box 5">
            <a:extLst>
              <a:ext uri="{FF2B5EF4-FFF2-40B4-BE49-F238E27FC236}">
                <a16:creationId xmlns:a16="http://schemas.microsoft.com/office/drawing/2014/main" id="{D3B3F0AE-A629-29A9-4D0E-418D8FC0A056}"/>
              </a:ext>
            </a:extLst>
          </p:cNvPr>
          <p:cNvSpPr txBox="1">
            <a:spLocks noChangeArrowheads="1"/>
          </p:cNvSpPr>
          <p:nvPr/>
        </p:nvSpPr>
        <p:spPr bwMode="auto">
          <a:xfrm>
            <a:off x="609600" y="4114800"/>
            <a:ext cx="444817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Char char="•"/>
            </a:pPr>
            <a:r>
              <a:rPr lang="en-US" altLang="en-US" sz="2400">
                <a:solidFill>
                  <a:schemeClr val="tx1"/>
                </a:solidFill>
                <a:latin typeface="Arial" panose="020B0604020202020204" pitchFamily="34" charset="0"/>
              </a:rPr>
              <a:t> </a:t>
            </a:r>
            <a:r>
              <a:rPr lang="en-US" altLang="en-US" sz="2400">
                <a:solidFill>
                  <a:schemeClr val="tx1"/>
                </a:solidFill>
                <a:latin typeface="Symbol" panose="05050102010706020507" pitchFamily="18" charset="2"/>
              </a:rPr>
              <a:t>w</a:t>
            </a:r>
            <a:r>
              <a:rPr lang="en-US" altLang="en-US" sz="2400">
                <a:solidFill>
                  <a:schemeClr val="tx1"/>
                </a:solidFill>
                <a:latin typeface="Arial" panose="020B0604020202020204" pitchFamily="34" charset="0"/>
              </a:rPr>
              <a:t> = 2500 rad/s</a:t>
            </a:r>
          </a:p>
          <a:p>
            <a:pPr>
              <a:spcBef>
                <a:spcPct val="0"/>
              </a:spcBef>
              <a:buClrTx/>
              <a:buSzTx/>
              <a:buFontTx/>
              <a:buChar char="•"/>
            </a:pPr>
            <a:r>
              <a:rPr lang="en-US" altLang="en-US" sz="2400">
                <a:solidFill>
                  <a:schemeClr val="tx1"/>
                </a:solidFill>
                <a:latin typeface="Arial" panose="020B0604020202020204" pitchFamily="34" charset="0"/>
              </a:rPr>
              <a:t> T = period of one complete cycle</a:t>
            </a:r>
          </a:p>
          <a:p>
            <a:pPr>
              <a:spcBef>
                <a:spcPct val="0"/>
              </a:spcBef>
              <a:buClrTx/>
              <a:buSzTx/>
              <a:buFontTx/>
              <a:buNone/>
            </a:pPr>
            <a:r>
              <a:rPr lang="en-US" altLang="en-US" sz="2400">
                <a:solidFill>
                  <a:schemeClr val="tx1"/>
                </a:solidFill>
                <a:latin typeface="Arial" panose="020B0604020202020204" pitchFamily="34" charset="0"/>
              </a:rPr>
              <a:t>   = </a:t>
            </a:r>
            <a:r>
              <a:rPr lang="en-US" altLang="en-US" sz="2400">
                <a:solidFill>
                  <a:schemeClr val="tx1"/>
                </a:solidFill>
                <a:latin typeface="Symbol" panose="05050102010706020507" pitchFamily="18" charset="2"/>
              </a:rPr>
              <a:t>2p/w</a:t>
            </a:r>
            <a:r>
              <a:rPr lang="en-US" altLang="en-US" sz="2400">
                <a:solidFill>
                  <a:schemeClr val="tx1"/>
                </a:solidFill>
                <a:latin typeface="Arial" panose="020B0604020202020204" pitchFamily="34" charset="0"/>
              </a:rPr>
              <a:t> = 2.5 ms</a:t>
            </a:r>
          </a:p>
          <a:p>
            <a:pPr>
              <a:spcBef>
                <a:spcPct val="0"/>
              </a:spcBef>
              <a:buClrTx/>
              <a:buSzTx/>
              <a:buFontTx/>
              <a:buChar char="•"/>
            </a:pPr>
            <a:r>
              <a:rPr lang="en-US" altLang="en-US" sz="2400">
                <a:solidFill>
                  <a:schemeClr val="tx1"/>
                </a:solidFill>
                <a:latin typeface="Arial" panose="020B0604020202020204" pitchFamily="34" charset="0"/>
              </a:rPr>
              <a:t> Capacitor will be charged after 1/4 cycle i.e at t =  0.6 ms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6229025-BD66-9BDA-2024-D0DB8536B6C8}"/>
              </a:ext>
            </a:extLst>
          </p:cNvPr>
          <p:cNvSpPr>
            <a:spLocks noGrp="1" noChangeArrowheads="1"/>
          </p:cNvSpPr>
          <p:nvPr>
            <p:ph type="title"/>
          </p:nvPr>
        </p:nvSpPr>
        <p:spPr>
          <a:xfrm>
            <a:off x="766763" y="269875"/>
            <a:ext cx="7772400" cy="1143000"/>
          </a:xfrm>
        </p:spPr>
        <p:txBody>
          <a:bodyPr/>
          <a:lstStyle/>
          <a:p>
            <a:pPr>
              <a:defRPr/>
            </a:pPr>
            <a:r>
              <a:rPr lang="en-US" altLang="en-NG" b="1">
                <a:solidFill>
                  <a:srgbClr val="CC0066"/>
                </a:solidFill>
                <a:effectLst>
                  <a:outerShdw blurRad="38100" dist="38100" dir="2700000" algn="tl">
                    <a:srgbClr val="C0C0C0"/>
                  </a:outerShdw>
                </a:effectLst>
              </a:rPr>
              <a:t>Example 4</a:t>
            </a:r>
          </a:p>
        </p:txBody>
      </p:sp>
      <p:sp>
        <p:nvSpPr>
          <p:cNvPr id="54275" name="Rectangle 3">
            <a:extLst>
              <a:ext uri="{FF2B5EF4-FFF2-40B4-BE49-F238E27FC236}">
                <a16:creationId xmlns:a16="http://schemas.microsoft.com/office/drawing/2014/main" id="{1F5F8B15-76F0-97BB-1BB7-E46EB95E329D}"/>
              </a:ext>
            </a:extLst>
          </p:cNvPr>
          <p:cNvSpPr>
            <a:spLocks noGrp="1"/>
          </p:cNvSpPr>
          <p:nvPr>
            <p:ph type="body" sz="half" idx="1"/>
          </p:nvPr>
        </p:nvSpPr>
        <p:spPr>
          <a:xfrm>
            <a:off x="0" y="1162050"/>
            <a:ext cx="8850313" cy="1793875"/>
          </a:xfrm>
        </p:spPr>
        <p:txBody>
          <a:bodyPr/>
          <a:lstStyle/>
          <a:p>
            <a:pPr>
              <a:buFontTx/>
              <a:buNone/>
            </a:pPr>
            <a:r>
              <a:rPr lang="en-US" altLang="en-US" sz="2800"/>
              <a:t>In an LC circuit, the maximum current is 1.0 A. </a:t>
            </a:r>
          </a:p>
          <a:p>
            <a:pPr>
              <a:buFontTx/>
              <a:buNone/>
            </a:pPr>
            <a:r>
              <a:rPr lang="en-US" altLang="en-US" sz="2800"/>
              <a:t>If L = 1mH, C = 10 </a:t>
            </a:r>
            <a:r>
              <a:rPr lang="en-US" altLang="en-US" sz="2800">
                <a:latin typeface="Symbol" panose="05050102010706020507" pitchFamily="18" charset="2"/>
              </a:rPr>
              <a:t>m</a:t>
            </a:r>
            <a:r>
              <a:rPr lang="en-US" altLang="en-US" sz="2800"/>
              <a:t>F what is the maximum charge on the capacitor during a cycle of oscillation?</a:t>
            </a:r>
          </a:p>
        </p:txBody>
      </p:sp>
      <p:graphicFrame>
        <p:nvGraphicFramePr>
          <p:cNvPr id="13318" name="Object 6">
            <a:extLst>
              <a:ext uri="{FF2B5EF4-FFF2-40B4-BE49-F238E27FC236}">
                <a16:creationId xmlns:a16="http://schemas.microsoft.com/office/drawing/2014/main" id="{4A8AA522-E49B-FD3A-6E09-D4F512B4DEEA}"/>
              </a:ext>
            </a:extLst>
          </p:cNvPr>
          <p:cNvGraphicFramePr>
            <a:graphicFrameLocks noChangeAspect="1"/>
          </p:cNvGraphicFramePr>
          <p:nvPr/>
        </p:nvGraphicFramePr>
        <p:xfrm>
          <a:off x="3111500" y="2813050"/>
          <a:ext cx="2603500" cy="498475"/>
        </p:xfrm>
        <a:graphic>
          <a:graphicData uri="http://schemas.openxmlformats.org/presentationml/2006/ole">
            <mc:AlternateContent xmlns:mc="http://schemas.openxmlformats.org/markup-compatibility/2006">
              <mc:Choice xmlns:v="urn:schemas-microsoft-com:vml" Requires="v">
                <p:oleObj name="Equation" r:id="rId3" imgW="1193800" imgH="228600" progId="Equation.3">
                  <p:embed/>
                </p:oleObj>
              </mc:Choice>
              <mc:Fallback>
                <p:oleObj name="Equation" r:id="rId3" imgW="1193800" imgH="228600" progId="Equation.3">
                  <p:embed/>
                  <p:pic>
                    <p:nvPicPr>
                      <p:cNvPr id="13318" name="Object 6">
                        <a:extLst>
                          <a:ext uri="{FF2B5EF4-FFF2-40B4-BE49-F238E27FC236}">
                            <a16:creationId xmlns:a16="http://schemas.microsoft.com/office/drawing/2014/main" id="{4A8AA522-E49B-FD3A-6E09-D4F512B4DE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500" y="2813050"/>
                        <a:ext cx="26035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7">
            <a:extLst>
              <a:ext uri="{FF2B5EF4-FFF2-40B4-BE49-F238E27FC236}">
                <a16:creationId xmlns:a16="http://schemas.microsoft.com/office/drawing/2014/main" id="{021420F0-2FB5-1FA8-5C7C-10E2A2706A08}"/>
              </a:ext>
            </a:extLst>
          </p:cNvPr>
          <p:cNvGraphicFramePr>
            <a:graphicFrameLocks noChangeAspect="1"/>
          </p:cNvGraphicFramePr>
          <p:nvPr/>
        </p:nvGraphicFramePr>
        <p:xfrm>
          <a:off x="2474913" y="3205163"/>
          <a:ext cx="3352800" cy="787400"/>
        </p:xfrm>
        <a:graphic>
          <a:graphicData uri="http://schemas.openxmlformats.org/presentationml/2006/ole">
            <mc:AlternateContent xmlns:mc="http://schemas.openxmlformats.org/markup-compatibility/2006">
              <mc:Choice xmlns:v="urn:schemas-microsoft-com:vml" Requires="v">
                <p:oleObj name="Equation" r:id="rId5" imgW="1675673" imgH="393529" progId="Equation.3">
                  <p:embed/>
                </p:oleObj>
              </mc:Choice>
              <mc:Fallback>
                <p:oleObj name="Equation" r:id="rId5" imgW="1675673" imgH="393529" progId="Equation.3">
                  <p:embed/>
                  <p:pic>
                    <p:nvPicPr>
                      <p:cNvPr id="13319" name="Object 7">
                        <a:extLst>
                          <a:ext uri="{FF2B5EF4-FFF2-40B4-BE49-F238E27FC236}">
                            <a16:creationId xmlns:a16="http://schemas.microsoft.com/office/drawing/2014/main" id="{021420F0-2FB5-1FA8-5C7C-10E2A2706A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4913" y="3205163"/>
                        <a:ext cx="33528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Text Box 8">
            <a:extLst>
              <a:ext uri="{FF2B5EF4-FFF2-40B4-BE49-F238E27FC236}">
                <a16:creationId xmlns:a16="http://schemas.microsoft.com/office/drawing/2014/main" id="{89941D60-3CE6-B04E-B6A4-47582AF6A0D0}"/>
              </a:ext>
            </a:extLst>
          </p:cNvPr>
          <p:cNvSpPr txBox="1">
            <a:spLocks noChangeArrowheads="1"/>
          </p:cNvSpPr>
          <p:nvPr/>
        </p:nvSpPr>
        <p:spPr bwMode="auto">
          <a:xfrm>
            <a:off x="358775" y="4143375"/>
            <a:ext cx="8545513"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Maximum current is    i</a:t>
            </a:r>
            <a:r>
              <a:rPr lang="en-US" altLang="en-US" sz="1800" baseline="-25000">
                <a:solidFill>
                  <a:schemeClr val="tx1"/>
                </a:solidFill>
                <a:latin typeface="Arial" panose="020B0604020202020204" pitchFamily="34" charset="0"/>
              </a:rPr>
              <a:t>0</a:t>
            </a:r>
            <a:r>
              <a:rPr lang="en-US" altLang="en-US" sz="1800">
                <a:solidFill>
                  <a:schemeClr val="tx1"/>
                </a:solidFill>
                <a:latin typeface="Arial" panose="020B0604020202020204" pitchFamily="34" charset="0"/>
              </a:rPr>
              <a:t>=</a:t>
            </a:r>
            <a:r>
              <a:rPr lang="en-US" altLang="en-US" sz="1800">
                <a:solidFill>
                  <a:schemeClr val="tx1"/>
                </a:solidFill>
                <a:latin typeface="Symbol" panose="05050102010706020507" pitchFamily="18" charset="2"/>
              </a:rPr>
              <a:t>w</a:t>
            </a:r>
            <a:r>
              <a:rPr lang="en-US" altLang="en-US" sz="1800">
                <a:solidFill>
                  <a:schemeClr val="tx1"/>
                </a:solidFill>
                <a:latin typeface="Arial" panose="020B0604020202020204" pitchFamily="34" charset="0"/>
              </a:rPr>
              <a:t>q</a:t>
            </a:r>
            <a:r>
              <a:rPr lang="en-US" altLang="en-US" sz="1800" baseline="-25000">
                <a:solidFill>
                  <a:schemeClr val="tx1"/>
                </a:solidFill>
                <a:latin typeface="Arial" panose="020B0604020202020204" pitchFamily="34" charset="0"/>
              </a:rPr>
              <a:t>0  </a:t>
            </a:r>
            <a:r>
              <a:rPr lang="en-US" altLang="en-US" sz="1800">
                <a:solidFill>
                  <a:schemeClr val="tx1"/>
                </a:solidFill>
                <a:latin typeface="Arial" panose="020B0604020202020204" pitchFamily="34" charset="0"/>
                <a:sym typeface="Symbol" panose="05050102010706020507" pitchFamily="18" charset="2"/>
              </a:rPr>
              <a:t> </a:t>
            </a:r>
            <a:r>
              <a:rPr lang="en-US" altLang="en-US" sz="1800">
                <a:solidFill>
                  <a:schemeClr val="tx1"/>
                </a:solidFill>
                <a:latin typeface="Arial" panose="020B0604020202020204" pitchFamily="34" charset="0"/>
              </a:rPr>
              <a:t>q</a:t>
            </a:r>
            <a:r>
              <a:rPr lang="en-US" altLang="en-US" sz="1800" baseline="-25000">
                <a:solidFill>
                  <a:schemeClr val="tx1"/>
                </a:solidFill>
                <a:latin typeface="Arial" panose="020B0604020202020204" pitchFamily="34" charset="0"/>
              </a:rPr>
              <a:t>0</a:t>
            </a:r>
            <a:r>
              <a:rPr lang="en-US" altLang="en-US" sz="1800">
                <a:solidFill>
                  <a:schemeClr val="tx1"/>
                </a:solidFill>
                <a:latin typeface="Arial" panose="020B0604020202020204" pitchFamily="34" charset="0"/>
              </a:rPr>
              <a:t>=i</a:t>
            </a:r>
            <a:r>
              <a:rPr lang="en-US" altLang="en-US" sz="1800" baseline="-25000">
                <a:solidFill>
                  <a:schemeClr val="tx1"/>
                </a:solidFill>
                <a:latin typeface="Arial" panose="020B0604020202020204" pitchFamily="34" charset="0"/>
              </a:rPr>
              <a:t>0</a:t>
            </a:r>
            <a:r>
              <a:rPr lang="en-US" altLang="en-US" sz="1800">
                <a:solidFill>
                  <a:schemeClr val="tx1"/>
                </a:solidFill>
                <a:latin typeface="Arial" panose="020B0604020202020204" pitchFamily="34" charset="0"/>
              </a:rPr>
              <a:t>/</a:t>
            </a:r>
            <a:r>
              <a:rPr lang="en-US" altLang="en-US" sz="1800">
                <a:solidFill>
                  <a:schemeClr val="tx1"/>
                </a:solidFill>
                <a:latin typeface="Symbol" panose="05050102010706020507" pitchFamily="18" charset="2"/>
              </a:rPr>
              <a:t>w</a:t>
            </a:r>
            <a:br>
              <a:rPr lang="en-US" altLang="en-US" sz="1800">
                <a:solidFill>
                  <a:schemeClr val="tx1"/>
                </a:solidFill>
                <a:latin typeface="Symbol" panose="05050102010706020507" pitchFamily="18" charset="2"/>
              </a:rPr>
            </a:br>
            <a:endParaRPr lang="en-US" altLang="en-US" sz="1800">
              <a:solidFill>
                <a:schemeClr val="tx1"/>
              </a:solidFill>
              <a:latin typeface="Symbol" panose="05050102010706020507" pitchFamily="18" charset="2"/>
            </a:endParaRPr>
          </a:p>
          <a:p>
            <a:pPr>
              <a:spcBef>
                <a:spcPct val="0"/>
              </a:spcBef>
              <a:buClrTx/>
              <a:buSzTx/>
              <a:buFontTx/>
              <a:buNone/>
            </a:pPr>
            <a:r>
              <a:rPr lang="en-US" altLang="en-US" sz="1800">
                <a:solidFill>
                  <a:schemeClr val="tx1"/>
                </a:solidFill>
                <a:latin typeface="Arial" panose="020B0604020202020204" pitchFamily="34" charset="0"/>
              </a:rPr>
              <a:t>Angular frequency </a:t>
            </a:r>
            <a:r>
              <a:rPr lang="en-US" altLang="en-US" sz="1800">
                <a:solidFill>
                  <a:schemeClr val="tx1"/>
                </a:solidFill>
                <a:latin typeface="Symbol" panose="05050102010706020507" pitchFamily="18" charset="2"/>
              </a:rPr>
              <a:t>w</a:t>
            </a:r>
            <a:r>
              <a:rPr lang="en-US" altLang="en-US" sz="1800">
                <a:solidFill>
                  <a:schemeClr val="tx1"/>
                </a:solidFill>
                <a:latin typeface="Arial" panose="020B0604020202020204" pitchFamily="34" charset="0"/>
              </a:rPr>
              <a:t>=1/</a:t>
            </a:r>
            <a:r>
              <a:rPr lang="en-US" altLang="en-US" sz="1800">
                <a:solidFill>
                  <a:schemeClr val="tx1"/>
                </a:solidFill>
                <a:latin typeface="Arial" panose="020B0604020202020204" pitchFamily="34" charset="0"/>
                <a:sym typeface="Symbol" panose="05050102010706020507" pitchFamily="18" charset="2"/>
              </a:rPr>
              <a:t>LC=(1mH 10 </a:t>
            </a:r>
            <a:r>
              <a:rPr lang="en-US" altLang="en-US" sz="1800">
                <a:solidFill>
                  <a:schemeClr val="tx1"/>
                </a:solidFill>
                <a:latin typeface="Symbol" panose="05050102010706020507" pitchFamily="18" charset="2"/>
                <a:sym typeface="Symbol" panose="05050102010706020507" pitchFamily="18" charset="2"/>
              </a:rPr>
              <a:t>m</a:t>
            </a:r>
            <a:r>
              <a:rPr lang="en-US" altLang="en-US" sz="1800">
                <a:solidFill>
                  <a:schemeClr val="tx1"/>
                </a:solidFill>
                <a:latin typeface="Arial" panose="020B0604020202020204" pitchFamily="34" charset="0"/>
                <a:sym typeface="Symbol" panose="05050102010706020507" pitchFamily="18" charset="2"/>
              </a:rPr>
              <a:t>F)</a:t>
            </a:r>
            <a:r>
              <a:rPr lang="en-US" altLang="en-US" sz="1800" baseline="30000">
                <a:solidFill>
                  <a:schemeClr val="tx1"/>
                </a:solidFill>
                <a:latin typeface="Arial" panose="020B0604020202020204" pitchFamily="34" charset="0"/>
                <a:sym typeface="Symbol" panose="05050102010706020507" pitchFamily="18" charset="2"/>
              </a:rPr>
              <a:t>-1/2 </a:t>
            </a:r>
            <a:r>
              <a:rPr lang="en-US" altLang="en-US" sz="1800">
                <a:solidFill>
                  <a:schemeClr val="tx1"/>
                </a:solidFill>
                <a:latin typeface="Arial" panose="020B0604020202020204" pitchFamily="34" charset="0"/>
                <a:sym typeface="Symbol" panose="05050102010706020507" pitchFamily="18" charset="2"/>
              </a:rPr>
              <a:t>= (10</a:t>
            </a:r>
            <a:r>
              <a:rPr lang="en-US" altLang="en-US" sz="1800" baseline="30000">
                <a:solidFill>
                  <a:schemeClr val="tx1"/>
                </a:solidFill>
                <a:latin typeface="Arial" panose="020B0604020202020204" pitchFamily="34" charset="0"/>
                <a:sym typeface="Symbol" panose="05050102010706020507" pitchFamily="18" charset="2"/>
              </a:rPr>
              <a:t>-8</a:t>
            </a:r>
            <a:r>
              <a:rPr lang="en-US" altLang="en-US" sz="1800">
                <a:solidFill>
                  <a:schemeClr val="tx1"/>
                </a:solidFill>
                <a:latin typeface="Arial" panose="020B0604020202020204" pitchFamily="34" charset="0"/>
                <a:sym typeface="Symbol" panose="05050102010706020507" pitchFamily="18" charset="2"/>
              </a:rPr>
              <a:t>)</a:t>
            </a:r>
            <a:r>
              <a:rPr lang="en-US" altLang="en-US" sz="1800" baseline="30000">
                <a:solidFill>
                  <a:schemeClr val="tx1"/>
                </a:solidFill>
                <a:latin typeface="Arial" panose="020B0604020202020204" pitchFamily="34" charset="0"/>
                <a:sym typeface="Symbol" panose="05050102010706020507" pitchFamily="18" charset="2"/>
              </a:rPr>
              <a:t>-1/2</a:t>
            </a:r>
            <a:r>
              <a:rPr lang="en-US" altLang="en-US" sz="1800">
                <a:solidFill>
                  <a:schemeClr val="tx1"/>
                </a:solidFill>
                <a:latin typeface="Arial" panose="020B0604020202020204" pitchFamily="34" charset="0"/>
                <a:sym typeface="Symbol" panose="05050102010706020507" pitchFamily="18" charset="2"/>
              </a:rPr>
              <a:t> = 10</a:t>
            </a:r>
            <a:r>
              <a:rPr lang="en-US" altLang="en-US" sz="1800" baseline="30000">
                <a:solidFill>
                  <a:schemeClr val="tx1"/>
                </a:solidFill>
                <a:latin typeface="Arial" panose="020B0604020202020204" pitchFamily="34" charset="0"/>
                <a:sym typeface="Symbol" panose="05050102010706020507" pitchFamily="18" charset="2"/>
              </a:rPr>
              <a:t>4</a:t>
            </a:r>
            <a:r>
              <a:rPr lang="en-US" altLang="en-US" sz="1800">
                <a:solidFill>
                  <a:schemeClr val="tx1"/>
                </a:solidFill>
                <a:latin typeface="Arial" panose="020B0604020202020204" pitchFamily="34" charset="0"/>
                <a:sym typeface="Symbol" panose="05050102010706020507" pitchFamily="18" charset="2"/>
              </a:rPr>
              <a:t> rad/s</a:t>
            </a:r>
            <a:br>
              <a:rPr lang="en-US" altLang="en-US" sz="1800">
                <a:solidFill>
                  <a:schemeClr val="tx1"/>
                </a:solidFill>
                <a:latin typeface="Arial" panose="020B0604020202020204" pitchFamily="34" charset="0"/>
                <a:sym typeface="Symbol" panose="05050102010706020507" pitchFamily="18" charset="2"/>
              </a:rPr>
            </a:br>
            <a:endParaRPr lang="en-US" altLang="en-US" sz="1800">
              <a:solidFill>
                <a:schemeClr val="tx1"/>
              </a:solidFill>
              <a:latin typeface="Arial" panose="020B0604020202020204" pitchFamily="34" charset="0"/>
              <a:sym typeface="Symbol" panose="05050102010706020507" pitchFamily="18" charset="2"/>
            </a:endParaRPr>
          </a:p>
          <a:p>
            <a:pPr>
              <a:spcBef>
                <a:spcPct val="0"/>
              </a:spcBef>
              <a:buClrTx/>
              <a:buSzTx/>
              <a:buFontTx/>
              <a:buNone/>
            </a:pPr>
            <a:r>
              <a:rPr lang="en-US" altLang="en-US" sz="1800">
                <a:solidFill>
                  <a:schemeClr val="tx1"/>
                </a:solidFill>
                <a:latin typeface="Arial" panose="020B0604020202020204" pitchFamily="34" charset="0"/>
                <a:sym typeface="Symbol" panose="05050102010706020507" pitchFamily="18" charset="2"/>
              </a:rPr>
              <a:t>Maximum charge is </a:t>
            </a:r>
            <a:r>
              <a:rPr lang="en-US" altLang="en-US" sz="1800">
                <a:solidFill>
                  <a:schemeClr val="tx1"/>
                </a:solidFill>
                <a:latin typeface="Arial" panose="020B0604020202020204" pitchFamily="34" charset="0"/>
              </a:rPr>
              <a:t>q</a:t>
            </a:r>
            <a:r>
              <a:rPr lang="en-US" altLang="en-US" sz="1800" baseline="-25000">
                <a:solidFill>
                  <a:schemeClr val="tx1"/>
                </a:solidFill>
                <a:latin typeface="Arial" panose="020B0604020202020204" pitchFamily="34" charset="0"/>
              </a:rPr>
              <a:t>0</a:t>
            </a:r>
            <a:r>
              <a:rPr lang="en-US" altLang="en-US" sz="1800">
                <a:solidFill>
                  <a:schemeClr val="tx1"/>
                </a:solidFill>
                <a:latin typeface="Arial" panose="020B0604020202020204" pitchFamily="34" charset="0"/>
              </a:rPr>
              <a:t>=i</a:t>
            </a:r>
            <a:r>
              <a:rPr lang="en-US" altLang="en-US" sz="1800" baseline="-25000">
                <a:solidFill>
                  <a:schemeClr val="tx1"/>
                </a:solidFill>
                <a:latin typeface="Arial" panose="020B0604020202020204" pitchFamily="34" charset="0"/>
              </a:rPr>
              <a:t>0</a:t>
            </a:r>
            <a:r>
              <a:rPr lang="en-US" altLang="en-US" sz="1800">
                <a:solidFill>
                  <a:schemeClr val="tx1"/>
                </a:solidFill>
                <a:latin typeface="Arial" panose="020B0604020202020204" pitchFamily="34" charset="0"/>
              </a:rPr>
              <a:t>/</a:t>
            </a:r>
            <a:r>
              <a:rPr lang="en-US" altLang="en-US" sz="1800">
                <a:solidFill>
                  <a:schemeClr val="tx1"/>
                </a:solidFill>
                <a:latin typeface="Symbol" panose="05050102010706020507" pitchFamily="18" charset="2"/>
              </a:rPr>
              <a:t>w</a:t>
            </a:r>
            <a:r>
              <a:rPr lang="en-US" altLang="en-US" sz="1800">
                <a:solidFill>
                  <a:schemeClr val="tx1"/>
                </a:solidFill>
                <a:latin typeface="Arial" panose="020B0604020202020204" pitchFamily="34" charset="0"/>
              </a:rPr>
              <a:t> = 1A/10</a:t>
            </a:r>
            <a:r>
              <a:rPr lang="en-US" altLang="en-US" sz="1800" baseline="30000">
                <a:solidFill>
                  <a:schemeClr val="tx1"/>
                </a:solidFill>
                <a:latin typeface="Arial" panose="020B0604020202020204" pitchFamily="34" charset="0"/>
              </a:rPr>
              <a:t>4</a:t>
            </a:r>
            <a:r>
              <a:rPr lang="en-US" altLang="en-US" sz="1800">
                <a:solidFill>
                  <a:schemeClr val="tx1"/>
                </a:solidFill>
                <a:latin typeface="Arial" panose="020B0604020202020204" pitchFamily="34" charset="0"/>
              </a:rPr>
              <a:t> rad/s = 10</a:t>
            </a:r>
            <a:r>
              <a:rPr lang="en-US" altLang="en-US" sz="1800" baseline="30000">
                <a:solidFill>
                  <a:schemeClr val="tx1"/>
                </a:solidFill>
                <a:latin typeface="Arial" panose="020B0604020202020204" pitchFamily="34" charset="0"/>
              </a:rPr>
              <a:t>-4</a:t>
            </a:r>
            <a:r>
              <a:rPr lang="en-US" altLang="en-US" sz="1800">
                <a:solidFill>
                  <a:schemeClr val="tx1"/>
                </a:solidFill>
                <a:latin typeface="Arial" panose="020B0604020202020204" pitchFamily="34" charset="0"/>
              </a:rPr>
              <a:t> C</a:t>
            </a:r>
            <a:endParaRPr lang="en-US" altLang="en-US" sz="1800" baseline="30000">
              <a:solidFill>
                <a:schemeClr val="tx1"/>
              </a:solidFill>
              <a:latin typeface="Arial" panose="020B0604020202020204" pitchFamily="34" charset="0"/>
              <a:sym typeface="Symbol" panose="05050102010706020507" pitchFamily="18" charset="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966050F-4166-94E0-75E4-533D8A737C0D}"/>
              </a:ext>
            </a:extLst>
          </p:cNvPr>
          <p:cNvSpPr>
            <a:spLocks noGrp="1" noChangeArrowheads="1"/>
          </p:cNvSpPr>
          <p:nvPr>
            <p:ph type="title"/>
          </p:nvPr>
        </p:nvSpPr>
        <p:spPr>
          <a:xfrm>
            <a:off x="738188" y="0"/>
            <a:ext cx="7772400" cy="1143000"/>
          </a:xfrm>
        </p:spPr>
        <p:txBody>
          <a:bodyPr/>
          <a:lstStyle/>
          <a:p>
            <a:pPr>
              <a:defRPr/>
            </a:pPr>
            <a:r>
              <a:rPr lang="en-US" altLang="en-NG" b="1" dirty="0">
                <a:solidFill>
                  <a:srgbClr val="CC0066"/>
                </a:solidFill>
                <a:effectLst>
                  <a:outerShdw blurRad="38100" dist="38100" dir="2700000" algn="tl">
                    <a:srgbClr val="C0C0C0"/>
                  </a:outerShdw>
                </a:effectLst>
              </a:rPr>
              <a:t>Damped LC Oscillator</a:t>
            </a:r>
          </a:p>
        </p:txBody>
      </p:sp>
      <p:sp>
        <p:nvSpPr>
          <p:cNvPr id="14339" name="Rectangle 3">
            <a:extLst>
              <a:ext uri="{FF2B5EF4-FFF2-40B4-BE49-F238E27FC236}">
                <a16:creationId xmlns:a16="http://schemas.microsoft.com/office/drawing/2014/main" id="{211A107A-4B24-7376-ACD2-633259732309}"/>
              </a:ext>
            </a:extLst>
          </p:cNvPr>
          <p:cNvSpPr>
            <a:spLocks noGrp="1"/>
          </p:cNvSpPr>
          <p:nvPr>
            <p:ph type="body" sz="half" idx="1"/>
          </p:nvPr>
        </p:nvSpPr>
        <p:spPr>
          <a:xfrm>
            <a:off x="166688" y="1193800"/>
            <a:ext cx="5572125" cy="5300663"/>
          </a:xfrm>
        </p:spPr>
        <p:txBody>
          <a:bodyPr/>
          <a:lstStyle/>
          <a:p>
            <a:pPr>
              <a:buFontTx/>
              <a:buNone/>
            </a:pPr>
            <a:r>
              <a:rPr lang="en-US" altLang="en-US" sz="2400"/>
              <a:t>Ideal LC circuit without resistance: oscillations go on for ever; </a:t>
            </a:r>
            <a:r>
              <a:rPr lang="en-US" altLang="en-US" sz="2400" b="1">
                <a:latin typeface="Symbol" panose="05050102010706020507" pitchFamily="18" charset="2"/>
              </a:rPr>
              <a:t>w</a:t>
            </a:r>
            <a:r>
              <a:rPr lang="en-US" altLang="en-US" sz="2400" b="1"/>
              <a:t> = (LC)</a:t>
            </a:r>
            <a:r>
              <a:rPr lang="en-US" altLang="en-US" sz="2400" b="1" baseline="30000"/>
              <a:t>-1/2</a:t>
            </a:r>
            <a:endParaRPr lang="en-US" altLang="en-US" sz="2400" b="1"/>
          </a:p>
          <a:p>
            <a:pPr>
              <a:buFontTx/>
              <a:buNone/>
            </a:pPr>
            <a:r>
              <a:rPr lang="en-US" altLang="en-US" sz="2400"/>
              <a:t>Real circuit has resistance, dissipates energy: oscillations die out, or are “damped”</a:t>
            </a:r>
          </a:p>
          <a:p>
            <a:pPr>
              <a:buFontTx/>
              <a:buNone/>
            </a:pPr>
            <a:r>
              <a:rPr lang="en-US" altLang="en-US" sz="2400"/>
              <a:t>Math is complicated! Important points:</a:t>
            </a:r>
          </a:p>
          <a:p>
            <a:pPr lvl="1"/>
            <a:r>
              <a:rPr lang="en-US" altLang="en-US" sz="2000"/>
              <a:t>Frequency of oscillator shifts away from </a:t>
            </a:r>
            <a:r>
              <a:rPr lang="en-US" altLang="en-US" sz="2000">
                <a:latin typeface="Symbol" panose="05050102010706020507" pitchFamily="18" charset="2"/>
              </a:rPr>
              <a:t>w</a:t>
            </a:r>
            <a:r>
              <a:rPr lang="en-US" altLang="en-US" sz="2000"/>
              <a:t> = (LC)</a:t>
            </a:r>
            <a:r>
              <a:rPr lang="en-US" altLang="en-US" sz="2000" baseline="30000"/>
              <a:t>-1/2</a:t>
            </a:r>
          </a:p>
          <a:p>
            <a:pPr lvl="1"/>
            <a:r>
              <a:rPr lang="en-US" altLang="en-US" sz="2000"/>
              <a:t>Peak CHARGE decays with time constant = 2L/R</a:t>
            </a:r>
          </a:p>
          <a:p>
            <a:pPr lvl="1"/>
            <a:r>
              <a:rPr lang="en-US" altLang="en-US" sz="2000"/>
              <a:t>For small damping, peak ENERGY decays with time constant = L/R</a:t>
            </a:r>
          </a:p>
          <a:p>
            <a:pPr lvl="1"/>
            <a:endParaRPr lang="en-US" altLang="en-US" sz="2000"/>
          </a:p>
          <a:p>
            <a:endParaRPr lang="en-US" altLang="en-US" sz="2400"/>
          </a:p>
        </p:txBody>
      </p:sp>
      <p:grpSp>
        <p:nvGrpSpPr>
          <p:cNvPr id="14340" name="Group 4">
            <a:extLst>
              <a:ext uri="{FF2B5EF4-FFF2-40B4-BE49-F238E27FC236}">
                <a16:creationId xmlns:a16="http://schemas.microsoft.com/office/drawing/2014/main" id="{EB78C452-569E-C80A-761D-296D08350AFA}"/>
              </a:ext>
            </a:extLst>
          </p:cNvPr>
          <p:cNvGrpSpPr>
            <a:grpSpLocks/>
          </p:cNvGrpSpPr>
          <p:nvPr/>
        </p:nvGrpSpPr>
        <p:grpSpPr bwMode="auto">
          <a:xfrm>
            <a:off x="4832350" y="3103563"/>
            <a:ext cx="4616450" cy="3754437"/>
            <a:chOff x="2684" y="1151"/>
            <a:chExt cx="2908" cy="2365"/>
          </a:xfrm>
        </p:grpSpPr>
        <p:graphicFrame>
          <p:nvGraphicFramePr>
            <p:cNvPr id="56353" name="Object 5">
              <a:extLst>
                <a:ext uri="{FF2B5EF4-FFF2-40B4-BE49-F238E27FC236}">
                  <a16:creationId xmlns:a16="http://schemas.microsoft.com/office/drawing/2014/main" id="{3102FFC0-0383-FF68-C449-E5D54EBFFCBE}"/>
                </a:ext>
              </a:extLst>
            </p:cNvPr>
            <p:cNvGraphicFramePr>
              <a:graphicFrameLocks noChangeAspect="1"/>
            </p:cNvGraphicFramePr>
            <p:nvPr/>
          </p:nvGraphicFramePr>
          <p:xfrm>
            <a:off x="2684" y="1151"/>
            <a:ext cx="2908" cy="2365"/>
          </p:xfrm>
          <a:graphic>
            <a:graphicData uri="http://schemas.openxmlformats.org/presentationml/2006/ole">
              <mc:AlternateContent xmlns:mc="http://schemas.openxmlformats.org/markup-compatibility/2006">
                <mc:Choice xmlns:v="urn:schemas-microsoft-com:vml" Requires="v">
                  <p:oleObj name="Graph" r:id="rId3" imgW="65674962" imgH="53406726" progId="Origin50.Graph">
                    <p:embed/>
                  </p:oleObj>
                </mc:Choice>
                <mc:Fallback>
                  <p:oleObj name="Graph" r:id="rId3" imgW="65674962" imgH="53406726" progId="Origin50.Graph">
                    <p:embed/>
                    <p:pic>
                      <p:nvPicPr>
                        <p:cNvPr id="56353" name="Object 5">
                          <a:extLst>
                            <a:ext uri="{FF2B5EF4-FFF2-40B4-BE49-F238E27FC236}">
                              <a16:creationId xmlns:a16="http://schemas.microsoft.com/office/drawing/2014/main" id="{3102FFC0-0383-FF68-C449-E5D54EBFFC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4" y="1151"/>
                          <a:ext cx="2908" cy="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54" name="Freeform 6">
              <a:extLst>
                <a:ext uri="{FF2B5EF4-FFF2-40B4-BE49-F238E27FC236}">
                  <a16:creationId xmlns:a16="http://schemas.microsoft.com/office/drawing/2014/main" id="{A3631149-2A07-C049-36DE-11B0FE8AC996}"/>
                </a:ext>
              </a:extLst>
            </p:cNvPr>
            <p:cNvSpPr>
              <a:spLocks/>
            </p:cNvSpPr>
            <p:nvPr/>
          </p:nvSpPr>
          <p:spPr bwMode="auto">
            <a:xfrm>
              <a:off x="3575" y="1430"/>
              <a:ext cx="1775" cy="1348"/>
            </a:xfrm>
            <a:custGeom>
              <a:avLst/>
              <a:gdLst>
                <a:gd name="T0" fmla="*/ 0 w 1816"/>
                <a:gd name="T1" fmla="*/ 0 h 748"/>
                <a:gd name="T2" fmla="*/ 251 w 1816"/>
                <a:gd name="T3" fmla="*/ 12085 h 748"/>
                <a:gd name="T4" fmla="*/ 501 w 1816"/>
                <a:gd name="T5" fmla="*/ 18292 h 748"/>
                <a:gd name="T6" fmla="*/ 952 w 1816"/>
                <a:gd name="T7" fmla="*/ 24219 h 748"/>
                <a:gd name="T8" fmla="*/ 1584 w 1816"/>
                <a:gd name="T9" fmla="*/ 25617 h 7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6" h="748">
                  <a:moveTo>
                    <a:pt x="0" y="0"/>
                  </a:moveTo>
                  <a:cubicBezTo>
                    <a:pt x="96" y="132"/>
                    <a:pt x="192" y="264"/>
                    <a:pt x="288" y="353"/>
                  </a:cubicBezTo>
                  <a:cubicBezTo>
                    <a:pt x="384" y="442"/>
                    <a:pt x="441" y="475"/>
                    <a:pt x="575" y="534"/>
                  </a:cubicBezTo>
                  <a:cubicBezTo>
                    <a:pt x="709" y="593"/>
                    <a:pt x="886" y="671"/>
                    <a:pt x="1093" y="707"/>
                  </a:cubicBezTo>
                  <a:cubicBezTo>
                    <a:pt x="1300" y="743"/>
                    <a:pt x="1558" y="745"/>
                    <a:pt x="1816" y="748"/>
                  </a:cubicBezTo>
                </a:path>
              </a:pathLst>
            </a:custGeom>
            <a:noFill/>
            <a:ln w="28575"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aphicFrame>
        <p:nvGraphicFramePr>
          <p:cNvPr id="14343" name="Object 7">
            <a:extLst>
              <a:ext uri="{FF2B5EF4-FFF2-40B4-BE49-F238E27FC236}">
                <a16:creationId xmlns:a16="http://schemas.microsoft.com/office/drawing/2014/main" id="{9C365B2B-A71A-F5AA-DCB5-E055AB094B98}"/>
              </a:ext>
            </a:extLst>
          </p:cNvPr>
          <p:cNvGraphicFramePr>
            <a:graphicFrameLocks noChangeAspect="1"/>
          </p:cNvGraphicFramePr>
          <p:nvPr/>
        </p:nvGraphicFramePr>
        <p:xfrm>
          <a:off x="6456363" y="2759075"/>
          <a:ext cx="2265362" cy="1006475"/>
        </p:xfrm>
        <a:graphic>
          <a:graphicData uri="http://schemas.openxmlformats.org/presentationml/2006/ole">
            <mc:AlternateContent xmlns:mc="http://schemas.openxmlformats.org/markup-compatibility/2006">
              <mc:Choice xmlns:v="urn:schemas-microsoft-com:vml" Requires="v">
                <p:oleObj name="Equation" r:id="rId5" imgW="1600200" imgH="711200" progId="Equation.3">
                  <p:embed/>
                </p:oleObj>
              </mc:Choice>
              <mc:Fallback>
                <p:oleObj name="Equation" r:id="rId5" imgW="1600200" imgH="711200" progId="Equation.3">
                  <p:embed/>
                  <p:pic>
                    <p:nvPicPr>
                      <p:cNvPr id="14343" name="Object 7">
                        <a:extLst>
                          <a:ext uri="{FF2B5EF4-FFF2-40B4-BE49-F238E27FC236}">
                            <a16:creationId xmlns:a16="http://schemas.microsoft.com/office/drawing/2014/main" id="{9C365B2B-A71A-F5AA-DCB5-E055AB094B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6363" y="2759075"/>
                        <a:ext cx="2265362"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Arc 8">
            <a:extLst>
              <a:ext uri="{FF2B5EF4-FFF2-40B4-BE49-F238E27FC236}">
                <a16:creationId xmlns:a16="http://schemas.microsoft.com/office/drawing/2014/main" id="{65101741-06C8-A9C3-63A1-392BB3644373}"/>
              </a:ext>
            </a:extLst>
          </p:cNvPr>
          <p:cNvSpPr>
            <a:spLocks/>
          </p:cNvSpPr>
          <p:nvPr/>
        </p:nvSpPr>
        <p:spPr bwMode="auto">
          <a:xfrm rot="-5400000" flipH="1" flipV="1">
            <a:off x="6719094" y="3913982"/>
            <a:ext cx="977900" cy="887412"/>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57150">
            <a:solidFill>
              <a:schemeClr val="accent2"/>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7" name="Line 9">
            <a:extLst>
              <a:ext uri="{FF2B5EF4-FFF2-40B4-BE49-F238E27FC236}">
                <a16:creationId xmlns:a16="http://schemas.microsoft.com/office/drawing/2014/main" id="{807ED29E-C34D-6CE7-B656-2CA751C39B1E}"/>
              </a:ext>
            </a:extLst>
          </p:cNvPr>
          <p:cNvSpPr>
            <a:spLocks noChangeShapeType="1"/>
          </p:cNvSpPr>
          <p:nvPr/>
        </p:nvSpPr>
        <p:spPr bwMode="auto">
          <a:xfrm flipV="1">
            <a:off x="5411788" y="1273175"/>
            <a:ext cx="311150" cy="9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8" name="Line 10">
            <a:extLst>
              <a:ext uri="{FF2B5EF4-FFF2-40B4-BE49-F238E27FC236}">
                <a16:creationId xmlns:a16="http://schemas.microsoft.com/office/drawing/2014/main" id="{E9128214-6BAB-66A4-C9A4-AD7DBE7DAB7E}"/>
              </a:ext>
            </a:extLst>
          </p:cNvPr>
          <p:cNvSpPr>
            <a:spLocks noChangeShapeType="1"/>
          </p:cNvSpPr>
          <p:nvPr/>
        </p:nvSpPr>
        <p:spPr bwMode="auto">
          <a:xfrm flipV="1">
            <a:off x="6323013" y="1282700"/>
            <a:ext cx="12350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6329" name="Group 11">
            <a:extLst>
              <a:ext uri="{FF2B5EF4-FFF2-40B4-BE49-F238E27FC236}">
                <a16:creationId xmlns:a16="http://schemas.microsoft.com/office/drawing/2014/main" id="{F0D3ECFF-69B4-68B6-C4E0-6ADA98ADCDA2}"/>
              </a:ext>
            </a:extLst>
          </p:cNvPr>
          <p:cNvGrpSpPr>
            <a:grpSpLocks/>
          </p:cNvGrpSpPr>
          <p:nvPr/>
        </p:nvGrpSpPr>
        <p:grpSpPr bwMode="auto">
          <a:xfrm>
            <a:off x="5722938" y="1128713"/>
            <a:ext cx="631825" cy="307975"/>
            <a:chOff x="3940" y="2692"/>
            <a:chExt cx="520" cy="280"/>
          </a:xfrm>
        </p:grpSpPr>
        <p:sp>
          <p:nvSpPr>
            <p:cNvPr id="56349" name="Line 12">
              <a:extLst>
                <a:ext uri="{FF2B5EF4-FFF2-40B4-BE49-F238E27FC236}">
                  <a16:creationId xmlns:a16="http://schemas.microsoft.com/office/drawing/2014/main" id="{C7EB5C82-6962-DFC8-B95C-A75ECD3F4906}"/>
                </a:ext>
              </a:extLst>
            </p:cNvPr>
            <p:cNvSpPr>
              <a:spLocks noChangeShapeType="1"/>
            </p:cNvSpPr>
            <p:nvPr/>
          </p:nvSpPr>
          <p:spPr bwMode="auto">
            <a:xfrm>
              <a:off x="3940" y="2832"/>
              <a:ext cx="1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50" name="Line 13">
              <a:extLst>
                <a:ext uri="{FF2B5EF4-FFF2-40B4-BE49-F238E27FC236}">
                  <a16:creationId xmlns:a16="http://schemas.microsoft.com/office/drawing/2014/main" id="{F750F141-836B-931C-DD96-C060BF50BAE0}"/>
                </a:ext>
              </a:extLst>
            </p:cNvPr>
            <p:cNvSpPr>
              <a:spLocks noChangeShapeType="1"/>
            </p:cNvSpPr>
            <p:nvPr/>
          </p:nvSpPr>
          <p:spPr bwMode="auto">
            <a:xfrm>
              <a:off x="4134" y="2692"/>
              <a:ext cx="0" cy="2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51" name="Line 14">
              <a:extLst>
                <a:ext uri="{FF2B5EF4-FFF2-40B4-BE49-F238E27FC236}">
                  <a16:creationId xmlns:a16="http://schemas.microsoft.com/office/drawing/2014/main" id="{833865F5-EAD8-2F08-A4A6-2E0206CBB3B8}"/>
                </a:ext>
              </a:extLst>
            </p:cNvPr>
            <p:cNvSpPr>
              <a:spLocks noChangeShapeType="1"/>
            </p:cNvSpPr>
            <p:nvPr/>
          </p:nvSpPr>
          <p:spPr bwMode="auto">
            <a:xfrm>
              <a:off x="4266" y="2692"/>
              <a:ext cx="0" cy="2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52" name="Line 15">
              <a:extLst>
                <a:ext uri="{FF2B5EF4-FFF2-40B4-BE49-F238E27FC236}">
                  <a16:creationId xmlns:a16="http://schemas.microsoft.com/office/drawing/2014/main" id="{E11944AF-D3D5-080D-45DF-F162390C0A87}"/>
                </a:ext>
              </a:extLst>
            </p:cNvPr>
            <p:cNvSpPr>
              <a:spLocks noChangeShapeType="1"/>
            </p:cNvSpPr>
            <p:nvPr/>
          </p:nvSpPr>
          <p:spPr bwMode="auto">
            <a:xfrm>
              <a:off x="4270" y="2832"/>
              <a:ext cx="1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6330" name="Line 16">
            <a:extLst>
              <a:ext uri="{FF2B5EF4-FFF2-40B4-BE49-F238E27FC236}">
                <a16:creationId xmlns:a16="http://schemas.microsoft.com/office/drawing/2014/main" id="{9015F82A-50F5-6DAB-6129-FDB75812F92F}"/>
              </a:ext>
            </a:extLst>
          </p:cNvPr>
          <p:cNvSpPr>
            <a:spLocks noChangeShapeType="1"/>
          </p:cNvSpPr>
          <p:nvPr/>
        </p:nvSpPr>
        <p:spPr bwMode="auto">
          <a:xfrm flipH="1">
            <a:off x="5408613" y="1292225"/>
            <a:ext cx="0" cy="12271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6331" name="Group 17">
            <a:extLst>
              <a:ext uri="{FF2B5EF4-FFF2-40B4-BE49-F238E27FC236}">
                <a16:creationId xmlns:a16="http://schemas.microsoft.com/office/drawing/2014/main" id="{D940A33C-59AC-6DEB-3A03-74A75EBF3733}"/>
              </a:ext>
            </a:extLst>
          </p:cNvPr>
          <p:cNvGrpSpPr>
            <a:grpSpLocks/>
          </p:cNvGrpSpPr>
          <p:nvPr/>
        </p:nvGrpSpPr>
        <p:grpSpPr bwMode="auto">
          <a:xfrm rot="-5400000">
            <a:off x="6885781" y="1793082"/>
            <a:ext cx="1255713" cy="228600"/>
            <a:chOff x="3892" y="2768"/>
            <a:chExt cx="616" cy="209"/>
          </a:xfrm>
        </p:grpSpPr>
        <p:sp>
          <p:nvSpPr>
            <p:cNvPr id="56346" name="Line 18">
              <a:extLst>
                <a:ext uri="{FF2B5EF4-FFF2-40B4-BE49-F238E27FC236}">
                  <a16:creationId xmlns:a16="http://schemas.microsoft.com/office/drawing/2014/main" id="{27643A0B-143A-886B-20EC-66822CA73AC4}"/>
                </a:ext>
              </a:extLst>
            </p:cNvPr>
            <p:cNvSpPr>
              <a:spLocks noChangeShapeType="1"/>
            </p:cNvSpPr>
            <p:nvPr/>
          </p:nvSpPr>
          <p:spPr bwMode="auto">
            <a:xfrm>
              <a:off x="3892" y="2891"/>
              <a:ext cx="1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7" name="Freeform 19">
              <a:extLst>
                <a:ext uri="{FF2B5EF4-FFF2-40B4-BE49-F238E27FC236}">
                  <a16:creationId xmlns:a16="http://schemas.microsoft.com/office/drawing/2014/main" id="{FC9A0D2C-9759-E01F-A5B9-4FCBB0A86FF8}"/>
                </a:ext>
              </a:extLst>
            </p:cNvPr>
            <p:cNvSpPr>
              <a:spLocks/>
            </p:cNvSpPr>
            <p:nvPr/>
          </p:nvSpPr>
          <p:spPr bwMode="auto">
            <a:xfrm>
              <a:off x="4058" y="2768"/>
              <a:ext cx="228" cy="209"/>
            </a:xfrm>
            <a:custGeom>
              <a:avLst/>
              <a:gdLst>
                <a:gd name="T0" fmla="*/ 0 w 228"/>
                <a:gd name="T1" fmla="*/ 108 h 209"/>
                <a:gd name="T2" fmla="*/ 0 w 228"/>
                <a:gd name="T3" fmla="*/ 77 h 209"/>
                <a:gd name="T4" fmla="*/ 0 w 228"/>
                <a:gd name="T5" fmla="*/ 46 h 209"/>
                <a:gd name="T6" fmla="*/ 9 w 228"/>
                <a:gd name="T7" fmla="*/ 15 h 209"/>
                <a:gd name="T8" fmla="*/ 31 w 228"/>
                <a:gd name="T9" fmla="*/ 8 h 209"/>
                <a:gd name="T10" fmla="*/ 45 w 228"/>
                <a:gd name="T11" fmla="*/ 15 h 209"/>
                <a:gd name="T12" fmla="*/ 53 w 228"/>
                <a:gd name="T13" fmla="*/ 46 h 209"/>
                <a:gd name="T14" fmla="*/ 62 w 228"/>
                <a:gd name="T15" fmla="*/ 77 h 209"/>
                <a:gd name="T16" fmla="*/ 67 w 228"/>
                <a:gd name="T17" fmla="*/ 108 h 209"/>
                <a:gd name="T18" fmla="*/ 67 w 228"/>
                <a:gd name="T19" fmla="*/ 139 h 209"/>
                <a:gd name="T20" fmla="*/ 62 w 228"/>
                <a:gd name="T21" fmla="*/ 169 h 209"/>
                <a:gd name="T22" fmla="*/ 53 w 228"/>
                <a:gd name="T23" fmla="*/ 200 h 209"/>
                <a:gd name="T24" fmla="*/ 40 w 228"/>
                <a:gd name="T25" fmla="*/ 185 h 209"/>
                <a:gd name="T26" fmla="*/ 36 w 228"/>
                <a:gd name="T27" fmla="*/ 146 h 209"/>
                <a:gd name="T28" fmla="*/ 45 w 228"/>
                <a:gd name="T29" fmla="*/ 116 h 209"/>
                <a:gd name="T30" fmla="*/ 49 w 228"/>
                <a:gd name="T31" fmla="*/ 85 h 209"/>
                <a:gd name="T32" fmla="*/ 49 w 228"/>
                <a:gd name="T33" fmla="*/ 54 h 209"/>
                <a:gd name="T34" fmla="*/ 58 w 228"/>
                <a:gd name="T35" fmla="*/ 23 h 209"/>
                <a:gd name="T36" fmla="*/ 76 w 228"/>
                <a:gd name="T37" fmla="*/ 0 h 209"/>
                <a:gd name="T38" fmla="*/ 93 w 228"/>
                <a:gd name="T39" fmla="*/ 0 h 209"/>
                <a:gd name="T40" fmla="*/ 111 w 228"/>
                <a:gd name="T41" fmla="*/ 31 h 209"/>
                <a:gd name="T42" fmla="*/ 120 w 228"/>
                <a:gd name="T43" fmla="*/ 77 h 209"/>
                <a:gd name="T44" fmla="*/ 125 w 228"/>
                <a:gd name="T45" fmla="*/ 116 h 209"/>
                <a:gd name="T46" fmla="*/ 125 w 228"/>
                <a:gd name="T47" fmla="*/ 146 h 209"/>
                <a:gd name="T48" fmla="*/ 120 w 228"/>
                <a:gd name="T49" fmla="*/ 177 h 209"/>
                <a:gd name="T50" fmla="*/ 107 w 228"/>
                <a:gd name="T51" fmla="*/ 208 h 209"/>
                <a:gd name="T52" fmla="*/ 93 w 228"/>
                <a:gd name="T53" fmla="*/ 177 h 209"/>
                <a:gd name="T54" fmla="*/ 93 w 228"/>
                <a:gd name="T55" fmla="*/ 146 h 209"/>
                <a:gd name="T56" fmla="*/ 93 w 228"/>
                <a:gd name="T57" fmla="*/ 116 h 209"/>
                <a:gd name="T58" fmla="*/ 93 w 228"/>
                <a:gd name="T59" fmla="*/ 77 h 209"/>
                <a:gd name="T60" fmla="*/ 93 w 228"/>
                <a:gd name="T61" fmla="*/ 46 h 209"/>
                <a:gd name="T62" fmla="*/ 98 w 228"/>
                <a:gd name="T63" fmla="*/ 15 h 209"/>
                <a:gd name="T64" fmla="*/ 116 w 228"/>
                <a:gd name="T65" fmla="*/ 8 h 209"/>
                <a:gd name="T66" fmla="*/ 138 w 228"/>
                <a:gd name="T67" fmla="*/ 0 h 209"/>
                <a:gd name="T68" fmla="*/ 160 w 228"/>
                <a:gd name="T69" fmla="*/ 0 h 209"/>
                <a:gd name="T70" fmla="*/ 174 w 228"/>
                <a:gd name="T71" fmla="*/ 23 h 209"/>
                <a:gd name="T72" fmla="*/ 182 w 228"/>
                <a:gd name="T73" fmla="*/ 54 h 209"/>
                <a:gd name="T74" fmla="*/ 187 w 228"/>
                <a:gd name="T75" fmla="*/ 85 h 209"/>
                <a:gd name="T76" fmla="*/ 187 w 228"/>
                <a:gd name="T77" fmla="*/ 116 h 209"/>
                <a:gd name="T78" fmla="*/ 187 w 228"/>
                <a:gd name="T79" fmla="*/ 146 h 209"/>
                <a:gd name="T80" fmla="*/ 187 w 228"/>
                <a:gd name="T81" fmla="*/ 177 h 209"/>
                <a:gd name="T82" fmla="*/ 169 w 228"/>
                <a:gd name="T83" fmla="*/ 193 h 209"/>
                <a:gd name="T84" fmla="*/ 160 w 228"/>
                <a:gd name="T85" fmla="*/ 169 h 209"/>
                <a:gd name="T86" fmla="*/ 160 w 228"/>
                <a:gd name="T87" fmla="*/ 139 h 209"/>
                <a:gd name="T88" fmla="*/ 160 w 228"/>
                <a:gd name="T89" fmla="*/ 108 h 209"/>
                <a:gd name="T90" fmla="*/ 160 w 228"/>
                <a:gd name="T91" fmla="*/ 62 h 209"/>
                <a:gd name="T92" fmla="*/ 169 w 228"/>
                <a:gd name="T93" fmla="*/ 31 h 209"/>
                <a:gd name="T94" fmla="*/ 182 w 228"/>
                <a:gd name="T95" fmla="*/ 15 h 209"/>
                <a:gd name="T96" fmla="*/ 200 w 228"/>
                <a:gd name="T97" fmla="*/ 8 h 209"/>
                <a:gd name="T98" fmla="*/ 214 w 228"/>
                <a:gd name="T99" fmla="*/ 31 h 209"/>
                <a:gd name="T100" fmla="*/ 218 w 228"/>
                <a:gd name="T101" fmla="*/ 62 h 209"/>
                <a:gd name="T102" fmla="*/ 227 w 228"/>
                <a:gd name="T103" fmla="*/ 92 h 20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28" h="209">
                  <a:moveTo>
                    <a:pt x="0" y="123"/>
                  </a:moveTo>
                  <a:lnTo>
                    <a:pt x="0" y="108"/>
                  </a:lnTo>
                  <a:lnTo>
                    <a:pt x="0" y="92"/>
                  </a:lnTo>
                  <a:lnTo>
                    <a:pt x="0" y="77"/>
                  </a:lnTo>
                  <a:lnTo>
                    <a:pt x="0" y="62"/>
                  </a:lnTo>
                  <a:lnTo>
                    <a:pt x="0" y="46"/>
                  </a:lnTo>
                  <a:lnTo>
                    <a:pt x="4" y="31"/>
                  </a:lnTo>
                  <a:lnTo>
                    <a:pt x="9" y="15"/>
                  </a:lnTo>
                  <a:lnTo>
                    <a:pt x="18" y="8"/>
                  </a:lnTo>
                  <a:lnTo>
                    <a:pt x="31" y="8"/>
                  </a:lnTo>
                  <a:lnTo>
                    <a:pt x="40" y="0"/>
                  </a:lnTo>
                  <a:lnTo>
                    <a:pt x="45" y="15"/>
                  </a:lnTo>
                  <a:lnTo>
                    <a:pt x="49" y="31"/>
                  </a:lnTo>
                  <a:lnTo>
                    <a:pt x="53" y="46"/>
                  </a:lnTo>
                  <a:lnTo>
                    <a:pt x="58" y="62"/>
                  </a:lnTo>
                  <a:lnTo>
                    <a:pt x="62" y="77"/>
                  </a:lnTo>
                  <a:lnTo>
                    <a:pt x="62" y="92"/>
                  </a:lnTo>
                  <a:lnTo>
                    <a:pt x="67" y="108"/>
                  </a:lnTo>
                  <a:lnTo>
                    <a:pt x="67" y="123"/>
                  </a:lnTo>
                  <a:lnTo>
                    <a:pt x="67" y="139"/>
                  </a:lnTo>
                  <a:lnTo>
                    <a:pt x="67" y="154"/>
                  </a:lnTo>
                  <a:lnTo>
                    <a:pt x="62" y="169"/>
                  </a:lnTo>
                  <a:lnTo>
                    <a:pt x="62" y="185"/>
                  </a:lnTo>
                  <a:lnTo>
                    <a:pt x="53" y="200"/>
                  </a:lnTo>
                  <a:lnTo>
                    <a:pt x="45" y="200"/>
                  </a:lnTo>
                  <a:lnTo>
                    <a:pt x="40" y="185"/>
                  </a:lnTo>
                  <a:lnTo>
                    <a:pt x="36" y="169"/>
                  </a:lnTo>
                  <a:lnTo>
                    <a:pt x="36" y="146"/>
                  </a:lnTo>
                  <a:lnTo>
                    <a:pt x="40" y="131"/>
                  </a:lnTo>
                  <a:lnTo>
                    <a:pt x="45" y="116"/>
                  </a:lnTo>
                  <a:lnTo>
                    <a:pt x="45" y="100"/>
                  </a:lnTo>
                  <a:lnTo>
                    <a:pt x="49" y="85"/>
                  </a:lnTo>
                  <a:lnTo>
                    <a:pt x="49" y="69"/>
                  </a:lnTo>
                  <a:lnTo>
                    <a:pt x="49" y="54"/>
                  </a:lnTo>
                  <a:lnTo>
                    <a:pt x="53" y="39"/>
                  </a:lnTo>
                  <a:lnTo>
                    <a:pt x="58" y="23"/>
                  </a:lnTo>
                  <a:lnTo>
                    <a:pt x="67" y="8"/>
                  </a:lnTo>
                  <a:lnTo>
                    <a:pt x="76" y="0"/>
                  </a:lnTo>
                  <a:lnTo>
                    <a:pt x="85" y="0"/>
                  </a:lnTo>
                  <a:lnTo>
                    <a:pt x="93" y="0"/>
                  </a:lnTo>
                  <a:lnTo>
                    <a:pt x="102" y="15"/>
                  </a:lnTo>
                  <a:lnTo>
                    <a:pt x="111" y="31"/>
                  </a:lnTo>
                  <a:lnTo>
                    <a:pt x="116" y="46"/>
                  </a:lnTo>
                  <a:lnTo>
                    <a:pt x="120" y="77"/>
                  </a:lnTo>
                  <a:lnTo>
                    <a:pt x="125" y="100"/>
                  </a:lnTo>
                  <a:lnTo>
                    <a:pt x="125" y="116"/>
                  </a:lnTo>
                  <a:lnTo>
                    <a:pt x="125" y="131"/>
                  </a:lnTo>
                  <a:lnTo>
                    <a:pt x="125" y="146"/>
                  </a:lnTo>
                  <a:lnTo>
                    <a:pt x="125" y="162"/>
                  </a:lnTo>
                  <a:lnTo>
                    <a:pt x="120" y="177"/>
                  </a:lnTo>
                  <a:lnTo>
                    <a:pt x="116" y="193"/>
                  </a:lnTo>
                  <a:lnTo>
                    <a:pt x="107" y="208"/>
                  </a:lnTo>
                  <a:lnTo>
                    <a:pt x="102" y="193"/>
                  </a:lnTo>
                  <a:lnTo>
                    <a:pt x="93" y="177"/>
                  </a:lnTo>
                  <a:lnTo>
                    <a:pt x="93" y="162"/>
                  </a:lnTo>
                  <a:lnTo>
                    <a:pt x="93" y="146"/>
                  </a:lnTo>
                  <a:lnTo>
                    <a:pt x="93" y="131"/>
                  </a:lnTo>
                  <a:lnTo>
                    <a:pt x="93" y="116"/>
                  </a:lnTo>
                  <a:lnTo>
                    <a:pt x="93" y="100"/>
                  </a:lnTo>
                  <a:lnTo>
                    <a:pt x="93" y="77"/>
                  </a:lnTo>
                  <a:lnTo>
                    <a:pt x="93" y="62"/>
                  </a:lnTo>
                  <a:lnTo>
                    <a:pt x="93" y="46"/>
                  </a:lnTo>
                  <a:lnTo>
                    <a:pt x="93" y="31"/>
                  </a:lnTo>
                  <a:lnTo>
                    <a:pt x="98" y="15"/>
                  </a:lnTo>
                  <a:lnTo>
                    <a:pt x="107" y="15"/>
                  </a:lnTo>
                  <a:lnTo>
                    <a:pt x="116" y="8"/>
                  </a:lnTo>
                  <a:lnTo>
                    <a:pt x="129" y="0"/>
                  </a:lnTo>
                  <a:lnTo>
                    <a:pt x="138" y="0"/>
                  </a:lnTo>
                  <a:lnTo>
                    <a:pt x="147" y="0"/>
                  </a:lnTo>
                  <a:lnTo>
                    <a:pt x="160" y="0"/>
                  </a:lnTo>
                  <a:lnTo>
                    <a:pt x="169" y="8"/>
                  </a:lnTo>
                  <a:lnTo>
                    <a:pt x="174" y="23"/>
                  </a:lnTo>
                  <a:lnTo>
                    <a:pt x="182" y="39"/>
                  </a:lnTo>
                  <a:lnTo>
                    <a:pt x="182" y="54"/>
                  </a:lnTo>
                  <a:lnTo>
                    <a:pt x="187" y="69"/>
                  </a:lnTo>
                  <a:lnTo>
                    <a:pt x="187" y="85"/>
                  </a:lnTo>
                  <a:lnTo>
                    <a:pt x="187" y="100"/>
                  </a:lnTo>
                  <a:lnTo>
                    <a:pt x="187" y="116"/>
                  </a:lnTo>
                  <a:lnTo>
                    <a:pt x="187" y="131"/>
                  </a:lnTo>
                  <a:lnTo>
                    <a:pt x="187" y="146"/>
                  </a:lnTo>
                  <a:lnTo>
                    <a:pt x="187" y="162"/>
                  </a:lnTo>
                  <a:lnTo>
                    <a:pt x="187" y="177"/>
                  </a:lnTo>
                  <a:lnTo>
                    <a:pt x="178" y="185"/>
                  </a:lnTo>
                  <a:lnTo>
                    <a:pt x="169" y="193"/>
                  </a:lnTo>
                  <a:lnTo>
                    <a:pt x="160" y="185"/>
                  </a:lnTo>
                  <a:lnTo>
                    <a:pt x="160" y="169"/>
                  </a:lnTo>
                  <a:lnTo>
                    <a:pt x="160" y="154"/>
                  </a:lnTo>
                  <a:lnTo>
                    <a:pt x="160" y="139"/>
                  </a:lnTo>
                  <a:lnTo>
                    <a:pt x="160" y="123"/>
                  </a:lnTo>
                  <a:lnTo>
                    <a:pt x="160" y="108"/>
                  </a:lnTo>
                  <a:lnTo>
                    <a:pt x="160" y="85"/>
                  </a:lnTo>
                  <a:lnTo>
                    <a:pt x="160" y="62"/>
                  </a:lnTo>
                  <a:lnTo>
                    <a:pt x="165" y="46"/>
                  </a:lnTo>
                  <a:lnTo>
                    <a:pt x="169" y="31"/>
                  </a:lnTo>
                  <a:lnTo>
                    <a:pt x="174" y="15"/>
                  </a:lnTo>
                  <a:lnTo>
                    <a:pt x="182" y="15"/>
                  </a:lnTo>
                  <a:lnTo>
                    <a:pt x="191" y="8"/>
                  </a:lnTo>
                  <a:lnTo>
                    <a:pt x="200" y="8"/>
                  </a:lnTo>
                  <a:lnTo>
                    <a:pt x="209" y="15"/>
                  </a:lnTo>
                  <a:lnTo>
                    <a:pt x="214" y="31"/>
                  </a:lnTo>
                  <a:lnTo>
                    <a:pt x="214" y="46"/>
                  </a:lnTo>
                  <a:lnTo>
                    <a:pt x="218" y="62"/>
                  </a:lnTo>
                  <a:lnTo>
                    <a:pt x="223" y="77"/>
                  </a:lnTo>
                  <a:lnTo>
                    <a:pt x="227" y="92"/>
                  </a:lnTo>
                  <a:lnTo>
                    <a:pt x="227" y="10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48" name="Line 20">
              <a:extLst>
                <a:ext uri="{FF2B5EF4-FFF2-40B4-BE49-F238E27FC236}">
                  <a16:creationId xmlns:a16="http://schemas.microsoft.com/office/drawing/2014/main" id="{42DF40B0-B325-DC6E-26D5-063FDCD2D015}"/>
                </a:ext>
              </a:extLst>
            </p:cNvPr>
            <p:cNvSpPr>
              <a:spLocks noChangeShapeType="1"/>
            </p:cNvSpPr>
            <p:nvPr/>
          </p:nvSpPr>
          <p:spPr bwMode="auto">
            <a:xfrm>
              <a:off x="4289" y="2891"/>
              <a:ext cx="21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6332" name="Group 21">
            <a:extLst>
              <a:ext uri="{FF2B5EF4-FFF2-40B4-BE49-F238E27FC236}">
                <a16:creationId xmlns:a16="http://schemas.microsoft.com/office/drawing/2014/main" id="{6C3C7766-C929-D2C3-68D0-98187BFCA3CE}"/>
              </a:ext>
            </a:extLst>
          </p:cNvPr>
          <p:cNvGrpSpPr>
            <a:grpSpLocks/>
          </p:cNvGrpSpPr>
          <p:nvPr/>
        </p:nvGrpSpPr>
        <p:grpSpPr bwMode="auto">
          <a:xfrm>
            <a:off x="5956300" y="2347913"/>
            <a:ext cx="612775" cy="333375"/>
            <a:chOff x="3892" y="2684"/>
            <a:chExt cx="808" cy="288"/>
          </a:xfrm>
        </p:grpSpPr>
        <p:sp>
          <p:nvSpPr>
            <p:cNvPr id="56338" name="Line 22">
              <a:extLst>
                <a:ext uri="{FF2B5EF4-FFF2-40B4-BE49-F238E27FC236}">
                  <a16:creationId xmlns:a16="http://schemas.microsoft.com/office/drawing/2014/main" id="{723EBD0D-3A73-FD3F-A54D-0C95A8005549}"/>
                </a:ext>
              </a:extLst>
            </p:cNvPr>
            <p:cNvSpPr>
              <a:spLocks noChangeShapeType="1"/>
            </p:cNvSpPr>
            <p:nvPr/>
          </p:nvSpPr>
          <p:spPr bwMode="auto">
            <a:xfrm>
              <a:off x="3892" y="2832"/>
              <a:ext cx="15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9" name="Line 23">
              <a:extLst>
                <a:ext uri="{FF2B5EF4-FFF2-40B4-BE49-F238E27FC236}">
                  <a16:creationId xmlns:a16="http://schemas.microsoft.com/office/drawing/2014/main" id="{7F92C3EE-73C1-6632-4780-DCEE39C5CB6F}"/>
                </a:ext>
              </a:extLst>
            </p:cNvPr>
            <p:cNvSpPr>
              <a:spLocks noChangeShapeType="1"/>
            </p:cNvSpPr>
            <p:nvPr/>
          </p:nvSpPr>
          <p:spPr bwMode="auto">
            <a:xfrm>
              <a:off x="4545" y="2832"/>
              <a:ext cx="15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0" name="Line 24">
              <a:extLst>
                <a:ext uri="{FF2B5EF4-FFF2-40B4-BE49-F238E27FC236}">
                  <a16:creationId xmlns:a16="http://schemas.microsoft.com/office/drawing/2014/main" id="{C610F993-72E5-C29D-6D8D-065027307748}"/>
                </a:ext>
              </a:extLst>
            </p:cNvPr>
            <p:cNvSpPr>
              <a:spLocks noChangeShapeType="1"/>
            </p:cNvSpPr>
            <p:nvPr/>
          </p:nvSpPr>
          <p:spPr bwMode="auto">
            <a:xfrm flipV="1">
              <a:off x="4055" y="2684"/>
              <a:ext cx="74" cy="15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1" name="Line 25">
              <a:extLst>
                <a:ext uri="{FF2B5EF4-FFF2-40B4-BE49-F238E27FC236}">
                  <a16:creationId xmlns:a16="http://schemas.microsoft.com/office/drawing/2014/main" id="{D756930D-0D32-3BB3-F64A-B0FE2AD8121C}"/>
                </a:ext>
              </a:extLst>
            </p:cNvPr>
            <p:cNvSpPr>
              <a:spLocks noChangeShapeType="1"/>
            </p:cNvSpPr>
            <p:nvPr/>
          </p:nvSpPr>
          <p:spPr bwMode="auto">
            <a:xfrm>
              <a:off x="4137" y="2692"/>
              <a:ext cx="73" cy="2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2" name="Line 26">
              <a:extLst>
                <a:ext uri="{FF2B5EF4-FFF2-40B4-BE49-F238E27FC236}">
                  <a16:creationId xmlns:a16="http://schemas.microsoft.com/office/drawing/2014/main" id="{20DE6BCA-BABA-FFC9-3E5E-8A5C5E91C4D3}"/>
                </a:ext>
              </a:extLst>
            </p:cNvPr>
            <p:cNvSpPr>
              <a:spLocks noChangeShapeType="1"/>
            </p:cNvSpPr>
            <p:nvPr/>
          </p:nvSpPr>
          <p:spPr bwMode="auto">
            <a:xfrm flipH="1">
              <a:off x="4210" y="2692"/>
              <a:ext cx="90" cy="2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3" name="Line 27">
              <a:extLst>
                <a:ext uri="{FF2B5EF4-FFF2-40B4-BE49-F238E27FC236}">
                  <a16:creationId xmlns:a16="http://schemas.microsoft.com/office/drawing/2014/main" id="{2109696E-8B6A-94D3-CB53-729E7F119F94}"/>
                </a:ext>
              </a:extLst>
            </p:cNvPr>
            <p:cNvSpPr>
              <a:spLocks noChangeShapeType="1"/>
            </p:cNvSpPr>
            <p:nvPr/>
          </p:nvSpPr>
          <p:spPr bwMode="auto">
            <a:xfrm>
              <a:off x="4300" y="2692"/>
              <a:ext cx="74" cy="2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4" name="Line 28">
              <a:extLst>
                <a:ext uri="{FF2B5EF4-FFF2-40B4-BE49-F238E27FC236}">
                  <a16:creationId xmlns:a16="http://schemas.microsoft.com/office/drawing/2014/main" id="{4FDC3E2A-95CE-B81A-97FB-E9BA7E114483}"/>
                </a:ext>
              </a:extLst>
            </p:cNvPr>
            <p:cNvSpPr>
              <a:spLocks noChangeShapeType="1"/>
            </p:cNvSpPr>
            <p:nvPr/>
          </p:nvSpPr>
          <p:spPr bwMode="auto">
            <a:xfrm flipH="1">
              <a:off x="4374" y="2692"/>
              <a:ext cx="89" cy="2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5" name="Line 29">
              <a:extLst>
                <a:ext uri="{FF2B5EF4-FFF2-40B4-BE49-F238E27FC236}">
                  <a16:creationId xmlns:a16="http://schemas.microsoft.com/office/drawing/2014/main" id="{ED71FD06-3610-D02F-C386-33C54D43FD20}"/>
                </a:ext>
              </a:extLst>
            </p:cNvPr>
            <p:cNvSpPr>
              <a:spLocks noChangeShapeType="1"/>
            </p:cNvSpPr>
            <p:nvPr/>
          </p:nvSpPr>
          <p:spPr bwMode="auto">
            <a:xfrm>
              <a:off x="4463" y="2692"/>
              <a:ext cx="74"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6333" name="Text Box 30">
            <a:extLst>
              <a:ext uri="{FF2B5EF4-FFF2-40B4-BE49-F238E27FC236}">
                <a16:creationId xmlns:a16="http://schemas.microsoft.com/office/drawing/2014/main" id="{90FD1159-0C34-A74B-E25A-34B8855A7365}"/>
              </a:ext>
            </a:extLst>
          </p:cNvPr>
          <p:cNvSpPr txBox="1">
            <a:spLocks noChangeArrowheads="1"/>
          </p:cNvSpPr>
          <p:nvPr/>
        </p:nvSpPr>
        <p:spPr bwMode="auto">
          <a:xfrm>
            <a:off x="5824538" y="138271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C</a:t>
            </a:r>
          </a:p>
        </p:txBody>
      </p:sp>
      <p:sp>
        <p:nvSpPr>
          <p:cNvPr id="56334" name="Text Box 31">
            <a:extLst>
              <a:ext uri="{FF2B5EF4-FFF2-40B4-BE49-F238E27FC236}">
                <a16:creationId xmlns:a16="http://schemas.microsoft.com/office/drawing/2014/main" id="{AEC85868-390D-7A13-1F45-F42C812417BB}"/>
              </a:ext>
            </a:extLst>
          </p:cNvPr>
          <p:cNvSpPr txBox="1">
            <a:spLocks noChangeArrowheads="1"/>
          </p:cNvSpPr>
          <p:nvPr/>
        </p:nvSpPr>
        <p:spPr bwMode="auto">
          <a:xfrm>
            <a:off x="6076950" y="196373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R</a:t>
            </a:r>
          </a:p>
        </p:txBody>
      </p:sp>
      <p:sp>
        <p:nvSpPr>
          <p:cNvPr id="56335" name="Text Box 32">
            <a:extLst>
              <a:ext uri="{FF2B5EF4-FFF2-40B4-BE49-F238E27FC236}">
                <a16:creationId xmlns:a16="http://schemas.microsoft.com/office/drawing/2014/main" id="{41B76111-8367-2ADE-BCBF-939034FD2386}"/>
              </a:ext>
            </a:extLst>
          </p:cNvPr>
          <p:cNvSpPr txBox="1">
            <a:spLocks noChangeArrowheads="1"/>
          </p:cNvSpPr>
          <p:nvPr/>
        </p:nvSpPr>
        <p:spPr bwMode="auto">
          <a:xfrm>
            <a:off x="7697788" y="1708150"/>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r>
              <a:rPr lang="en-US" altLang="en-US" sz="1800">
                <a:solidFill>
                  <a:schemeClr val="tx1"/>
                </a:solidFill>
                <a:latin typeface="Arial" panose="020B0604020202020204" pitchFamily="34" charset="0"/>
              </a:rPr>
              <a:t>L</a:t>
            </a:r>
          </a:p>
        </p:txBody>
      </p:sp>
      <p:sp>
        <p:nvSpPr>
          <p:cNvPr id="56336" name="Line 33">
            <a:extLst>
              <a:ext uri="{FF2B5EF4-FFF2-40B4-BE49-F238E27FC236}">
                <a16:creationId xmlns:a16="http://schemas.microsoft.com/office/drawing/2014/main" id="{05F9A276-E7F1-F3DE-85F0-396BAFAFCA29}"/>
              </a:ext>
            </a:extLst>
          </p:cNvPr>
          <p:cNvSpPr>
            <a:spLocks noChangeShapeType="1"/>
          </p:cNvSpPr>
          <p:nvPr/>
        </p:nvSpPr>
        <p:spPr bwMode="auto">
          <a:xfrm>
            <a:off x="5400675" y="2519363"/>
            <a:ext cx="571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7" name="Line 34">
            <a:extLst>
              <a:ext uri="{FF2B5EF4-FFF2-40B4-BE49-F238E27FC236}">
                <a16:creationId xmlns:a16="http://schemas.microsoft.com/office/drawing/2014/main" id="{C526C36B-A945-A5C6-58A0-6FCA47B023F3}"/>
              </a:ext>
            </a:extLst>
          </p:cNvPr>
          <p:cNvSpPr>
            <a:spLocks noChangeShapeType="1"/>
          </p:cNvSpPr>
          <p:nvPr/>
        </p:nvSpPr>
        <p:spPr bwMode="auto">
          <a:xfrm>
            <a:off x="6564313" y="2519363"/>
            <a:ext cx="1001712" cy="9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D98BA-5C54-8739-300C-D06D4C3861A9}"/>
              </a:ext>
            </a:extLst>
          </p:cNvPr>
          <p:cNvSpPr>
            <a:spLocks noGrp="1"/>
          </p:cNvSpPr>
          <p:nvPr>
            <p:ph type="title"/>
          </p:nvPr>
        </p:nvSpPr>
        <p:spPr/>
        <p:txBody>
          <a:bodyPr/>
          <a:lstStyle/>
          <a:p>
            <a:pPr algn="ctr">
              <a:defRPr/>
            </a:pPr>
            <a:r>
              <a:rPr lang="en-US" dirty="0"/>
              <a:t>ASSIGNMENT</a:t>
            </a:r>
            <a:endParaRPr lang="en-NG" dirty="0"/>
          </a:p>
        </p:txBody>
      </p:sp>
      <p:sp>
        <p:nvSpPr>
          <p:cNvPr id="58371" name="Content Placeholder 2">
            <a:extLst>
              <a:ext uri="{FF2B5EF4-FFF2-40B4-BE49-F238E27FC236}">
                <a16:creationId xmlns:a16="http://schemas.microsoft.com/office/drawing/2014/main" id="{E3EAB327-E6F6-E00D-38DB-C6C19E7DDEC9}"/>
              </a:ext>
            </a:extLst>
          </p:cNvPr>
          <p:cNvSpPr>
            <a:spLocks noGrp="1"/>
          </p:cNvSpPr>
          <p:nvPr>
            <p:ph idx="1"/>
          </p:nvPr>
        </p:nvSpPr>
        <p:spPr/>
        <p:txBody>
          <a:bodyPr/>
          <a:lstStyle/>
          <a:p>
            <a:pPr marL="0" indent="0">
              <a:buFont typeface="Wingdings 2" panose="05020102010507070707" pitchFamily="18" charset="2"/>
              <a:buNone/>
            </a:pPr>
            <a:r>
              <a:rPr lang="en-US" altLang="en-US"/>
              <a:t>Write short note on two RC (2) and two (2) RL oscillators.</a:t>
            </a:r>
          </a:p>
        </p:txBody>
      </p:sp>
      <p:sp>
        <p:nvSpPr>
          <p:cNvPr id="58372" name="Slide Number Placeholder 3">
            <a:extLst>
              <a:ext uri="{FF2B5EF4-FFF2-40B4-BE49-F238E27FC236}">
                <a16:creationId xmlns:a16="http://schemas.microsoft.com/office/drawing/2014/main" id="{840C3E5D-B713-3159-9F22-24ABE7948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07DB177-B1A5-4C2E-A36B-B91C7F005A81}" type="slidenum">
              <a:rPr lang="en-US" altLang="en-US" sz="1200" smtClean="0">
                <a:solidFill>
                  <a:srgbClr val="D38E27"/>
                </a:solidFill>
              </a:rPr>
              <a:pPr>
                <a:spcBef>
                  <a:spcPct val="0"/>
                </a:spcBef>
                <a:buClrTx/>
                <a:buSzTx/>
                <a:buFontTx/>
                <a:buNone/>
              </a:pPr>
              <a:t>35</a:t>
            </a:fld>
            <a:endParaRPr lang="en-US" altLang="en-US" sz="1200">
              <a:solidFill>
                <a:srgbClr val="D38E27"/>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ECE6FC6-7397-080E-CF12-2FFE75679EFF}"/>
              </a:ext>
            </a:extLst>
          </p:cNvPr>
          <p:cNvSpPr>
            <a:spLocks noGrp="1" noChangeArrowheads="1"/>
          </p:cNvSpPr>
          <p:nvPr>
            <p:ph type="title"/>
          </p:nvPr>
        </p:nvSpPr>
        <p:spPr>
          <a:xfrm>
            <a:off x="609600" y="-228600"/>
            <a:ext cx="7772400" cy="1143000"/>
          </a:xfrm>
        </p:spPr>
        <p:txBody>
          <a:bodyPr/>
          <a:lstStyle/>
          <a:p>
            <a:pPr>
              <a:defRPr/>
            </a:pPr>
            <a:r>
              <a:rPr lang="en-US" altLang="en-NG" b="1">
                <a:solidFill>
                  <a:srgbClr val="CC0066"/>
                </a:solidFill>
                <a:effectLst>
                  <a:outerShdw blurRad="38100" dist="38100" dir="2700000" algn="tl">
                    <a:srgbClr val="C0C0C0"/>
                  </a:outerShdw>
                </a:effectLst>
              </a:rPr>
              <a:t>Summary</a:t>
            </a:r>
          </a:p>
        </p:txBody>
      </p:sp>
      <p:sp>
        <p:nvSpPr>
          <p:cNvPr id="43011" name="Rectangle 3">
            <a:extLst>
              <a:ext uri="{FF2B5EF4-FFF2-40B4-BE49-F238E27FC236}">
                <a16:creationId xmlns:a16="http://schemas.microsoft.com/office/drawing/2014/main" id="{16D99863-39BD-8AB4-546D-21395839914C}"/>
              </a:ext>
            </a:extLst>
          </p:cNvPr>
          <p:cNvSpPr>
            <a:spLocks noGrp="1"/>
          </p:cNvSpPr>
          <p:nvPr>
            <p:ph type="body" idx="1"/>
          </p:nvPr>
        </p:nvSpPr>
        <p:spPr>
          <a:xfrm>
            <a:off x="685800" y="838200"/>
            <a:ext cx="7772400" cy="5715000"/>
          </a:xfrm>
        </p:spPr>
        <p:txBody>
          <a:bodyPr/>
          <a:lstStyle/>
          <a:p>
            <a:r>
              <a:rPr lang="en-US" altLang="en-US"/>
              <a:t>Capacitor and inductor combination produces an electrical oscillator natural frequency of oscillator is </a:t>
            </a:r>
            <a:r>
              <a:rPr lang="en-US" altLang="en-US">
                <a:latin typeface="Symbol" panose="05050102010706020507" pitchFamily="18" charset="2"/>
              </a:rPr>
              <a:t>w</a:t>
            </a:r>
            <a:r>
              <a:rPr lang="en-US" altLang="en-US"/>
              <a:t>=1/</a:t>
            </a:r>
            <a:r>
              <a:rPr lang="en-US" altLang="en-US">
                <a:sym typeface="Symbol" panose="05050102010706020507" pitchFamily="18" charset="2"/>
              </a:rPr>
              <a:t></a:t>
            </a:r>
            <a:r>
              <a:rPr lang="en-US" altLang="en-US">
                <a:sym typeface="Math1" pitchFamily="2" charset="2"/>
              </a:rPr>
              <a:t>LC</a:t>
            </a:r>
            <a:endParaRPr lang="en-US" altLang="en-US"/>
          </a:p>
          <a:p>
            <a:r>
              <a:rPr lang="en-US" altLang="en-US"/>
              <a:t>Total energy in circuit is conserved: switches between capacitor (electric field) and inductor (magnetic field).</a:t>
            </a:r>
          </a:p>
          <a:p>
            <a:r>
              <a:rPr lang="en-US" altLang="en-US"/>
              <a:t>If a resistor is included in the circuit, the total energy decays (is dissipated by 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B1441-14C9-1488-228B-6F4983AEF986}"/>
              </a:ext>
            </a:extLst>
          </p:cNvPr>
          <p:cNvSpPr>
            <a:spLocks noGrp="1"/>
          </p:cNvSpPr>
          <p:nvPr>
            <p:ph type="title"/>
          </p:nvPr>
        </p:nvSpPr>
        <p:spPr/>
        <p:txBody>
          <a:bodyPr/>
          <a:lstStyle/>
          <a:p>
            <a:pPr algn="ctr">
              <a:defRPr/>
            </a:pPr>
            <a:r>
              <a:rPr lang="en-US" dirty="0"/>
              <a:t>TRANSIENT</a:t>
            </a:r>
            <a:endParaRPr lang="en-NG" dirty="0"/>
          </a:p>
        </p:txBody>
      </p:sp>
      <p:sp>
        <p:nvSpPr>
          <p:cNvPr id="63491" name="Content Placeholder 2">
            <a:extLst>
              <a:ext uri="{FF2B5EF4-FFF2-40B4-BE49-F238E27FC236}">
                <a16:creationId xmlns:a16="http://schemas.microsoft.com/office/drawing/2014/main" id="{4E1BA41E-5A36-9162-55A9-2EE35F09CCA6}"/>
              </a:ext>
            </a:extLst>
          </p:cNvPr>
          <p:cNvSpPr>
            <a:spLocks noGrp="1"/>
          </p:cNvSpPr>
          <p:nvPr>
            <p:ph idx="1"/>
          </p:nvPr>
        </p:nvSpPr>
        <p:spPr/>
        <p:txBody>
          <a:bodyPr/>
          <a:lstStyle/>
          <a:p>
            <a:pPr marL="0" indent="0" algn="ctr">
              <a:buFont typeface="Wingdings 2" panose="05020102010507070707" pitchFamily="18" charset="2"/>
              <a:buNone/>
              <a:defRPr/>
            </a:pPr>
            <a:r>
              <a:rPr lang="en-US" altLang="en-NG" b="1" dirty="0"/>
              <a:t>ASSIGNMENT</a:t>
            </a:r>
          </a:p>
          <a:p>
            <a:pPr marL="0" indent="0" algn="ctr">
              <a:buFont typeface="Wingdings 2" panose="05020102010507070707" pitchFamily="18" charset="2"/>
              <a:buNone/>
              <a:defRPr/>
            </a:pPr>
            <a:endParaRPr lang="en-US" altLang="en-NG" dirty="0"/>
          </a:p>
          <a:p>
            <a:pPr>
              <a:buFont typeface="Wingdings" panose="05000000000000000000" pitchFamily="2" charset="2"/>
              <a:buChar char="§"/>
              <a:defRPr/>
            </a:pPr>
            <a:r>
              <a:rPr lang="en-US" altLang="en-NG" dirty="0"/>
              <a:t>What is Transient?</a:t>
            </a:r>
          </a:p>
          <a:p>
            <a:pPr>
              <a:buFont typeface="Wingdings" panose="05000000000000000000" pitchFamily="2" charset="2"/>
              <a:buChar char="§"/>
              <a:defRPr/>
            </a:pPr>
            <a:r>
              <a:rPr lang="en-US" altLang="en-NG" dirty="0"/>
              <a:t>Why Transient ?</a:t>
            </a:r>
            <a:endParaRPr lang="en-NG" altLang="en-NG" dirty="0"/>
          </a:p>
        </p:txBody>
      </p:sp>
      <p:sp>
        <p:nvSpPr>
          <p:cNvPr id="61444" name="Slide Number Placeholder 3">
            <a:extLst>
              <a:ext uri="{FF2B5EF4-FFF2-40B4-BE49-F238E27FC236}">
                <a16:creationId xmlns:a16="http://schemas.microsoft.com/office/drawing/2014/main" id="{BA80A6B0-84B8-597F-EDFA-9CBD3800C48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B073CC2-6F38-4ACA-8621-B5ADDD3CAA4D}" type="slidenum">
              <a:rPr lang="en-US" altLang="en-US" sz="1200" smtClean="0">
                <a:solidFill>
                  <a:srgbClr val="D38E27"/>
                </a:solidFill>
              </a:rPr>
              <a:pPr>
                <a:spcBef>
                  <a:spcPct val="0"/>
                </a:spcBef>
                <a:buClrTx/>
                <a:buSzTx/>
                <a:buFontTx/>
                <a:buNone/>
              </a:pPr>
              <a:t>37</a:t>
            </a:fld>
            <a:endParaRPr lang="en-US" altLang="en-US" sz="1200">
              <a:solidFill>
                <a:srgbClr val="D38E27"/>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3">
            <a:extLst>
              <a:ext uri="{FF2B5EF4-FFF2-40B4-BE49-F238E27FC236}">
                <a16:creationId xmlns:a16="http://schemas.microsoft.com/office/drawing/2014/main" id="{347F09DD-840C-F780-0962-69C239A94A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9F8889E-C689-4BEB-BADB-8401F12CD82A}" type="slidenum">
              <a:rPr lang="en-US" altLang="en-US" sz="1200" smtClean="0">
                <a:solidFill>
                  <a:srgbClr val="D38E27"/>
                </a:solidFill>
              </a:rPr>
              <a:pPr>
                <a:spcBef>
                  <a:spcPct val="0"/>
                </a:spcBef>
                <a:buClrTx/>
                <a:buSzTx/>
                <a:buFontTx/>
                <a:buNone/>
              </a:pPr>
              <a:t>38</a:t>
            </a:fld>
            <a:endParaRPr lang="en-US" altLang="en-US" sz="1200">
              <a:solidFill>
                <a:srgbClr val="D38E27"/>
              </a:solidFill>
            </a:endParaRPr>
          </a:p>
        </p:txBody>
      </p:sp>
      <p:sp>
        <p:nvSpPr>
          <p:cNvPr id="5" name="Rectangle 2">
            <a:extLst>
              <a:ext uri="{FF2B5EF4-FFF2-40B4-BE49-F238E27FC236}">
                <a16:creationId xmlns:a16="http://schemas.microsoft.com/office/drawing/2014/main" id="{3FEFD8A7-25AF-5A39-B04B-C6E3602932D9}"/>
              </a:ext>
            </a:extLst>
          </p:cNvPr>
          <p:cNvSpPr txBox="1">
            <a:spLocks noChangeArrowheads="1"/>
          </p:cNvSpPr>
          <p:nvPr/>
        </p:nvSpPr>
        <p:spPr>
          <a:xfrm>
            <a:off x="481012" y="-71438"/>
            <a:ext cx="8229600" cy="1143000"/>
          </a:xfrm>
          <a:prstGeom prst="rect">
            <a:avLst/>
          </a:prstGeom>
        </p:spPr>
        <p:txBody>
          <a:bodyPr anchor="ctr">
            <a:normAutofit/>
          </a:bodyPr>
          <a:lstStyle>
            <a:lvl1pPr algn="l" rtl="0" eaLnBrk="0" fontAlgn="base" hangingPunct="0">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eaLnBrk="0" fontAlgn="base" hangingPunct="0">
              <a:spcBef>
                <a:spcPct val="0"/>
              </a:spcBef>
              <a:spcAft>
                <a:spcPct val="0"/>
              </a:spcAft>
              <a:defRPr sz="3600">
                <a:solidFill>
                  <a:schemeClr val="tx2"/>
                </a:solidFill>
                <a:latin typeface="Franklin Gothic Medium" pitchFamily="34" charset="0"/>
              </a:defRPr>
            </a:lvl2pPr>
            <a:lvl3pPr algn="l" rtl="0" eaLnBrk="0" fontAlgn="base" hangingPunct="0">
              <a:spcBef>
                <a:spcPct val="0"/>
              </a:spcBef>
              <a:spcAft>
                <a:spcPct val="0"/>
              </a:spcAft>
              <a:defRPr sz="3600">
                <a:solidFill>
                  <a:schemeClr val="tx2"/>
                </a:solidFill>
                <a:latin typeface="Franklin Gothic Medium" pitchFamily="34" charset="0"/>
              </a:defRPr>
            </a:lvl3pPr>
            <a:lvl4pPr algn="l" rtl="0" eaLnBrk="0" fontAlgn="base" hangingPunct="0">
              <a:spcBef>
                <a:spcPct val="0"/>
              </a:spcBef>
              <a:spcAft>
                <a:spcPct val="0"/>
              </a:spcAft>
              <a:defRPr sz="3600">
                <a:solidFill>
                  <a:schemeClr val="tx2"/>
                </a:solidFill>
                <a:latin typeface="Franklin Gothic Medium" pitchFamily="34" charset="0"/>
              </a:defRPr>
            </a:lvl4pPr>
            <a:lvl5pPr algn="l" rtl="0" eaLnBrk="0" fontAlgn="base" hangingPunct="0">
              <a:spcBef>
                <a:spcPct val="0"/>
              </a:spcBef>
              <a:spcAft>
                <a:spcPct val="0"/>
              </a:spcAft>
              <a:defRPr sz="3600">
                <a:solidFill>
                  <a:schemeClr val="tx2"/>
                </a:solidFill>
                <a:latin typeface="Franklin Gothic Medium" pitchFamily="34" charset="0"/>
              </a:defRPr>
            </a:lvl5pPr>
            <a:lvl6pPr marL="457200" algn="l" rtl="0" fontAlgn="base">
              <a:spcBef>
                <a:spcPct val="0"/>
              </a:spcBef>
              <a:spcAft>
                <a:spcPct val="0"/>
              </a:spcAft>
              <a:defRPr sz="3600">
                <a:solidFill>
                  <a:schemeClr val="tx2"/>
                </a:solidFill>
                <a:latin typeface="Franklin Gothic Medium" pitchFamily="34" charset="0"/>
              </a:defRPr>
            </a:lvl6pPr>
            <a:lvl7pPr marL="914400" algn="l" rtl="0" fontAlgn="base">
              <a:spcBef>
                <a:spcPct val="0"/>
              </a:spcBef>
              <a:spcAft>
                <a:spcPct val="0"/>
              </a:spcAft>
              <a:defRPr sz="3600">
                <a:solidFill>
                  <a:schemeClr val="tx2"/>
                </a:solidFill>
                <a:latin typeface="Franklin Gothic Medium" pitchFamily="34" charset="0"/>
              </a:defRPr>
            </a:lvl7pPr>
            <a:lvl8pPr marL="1371600" algn="l" rtl="0" fontAlgn="base">
              <a:spcBef>
                <a:spcPct val="0"/>
              </a:spcBef>
              <a:spcAft>
                <a:spcPct val="0"/>
              </a:spcAft>
              <a:defRPr sz="3600">
                <a:solidFill>
                  <a:schemeClr val="tx2"/>
                </a:solidFill>
                <a:latin typeface="Franklin Gothic Medium" pitchFamily="34" charset="0"/>
              </a:defRPr>
            </a:lvl8pPr>
            <a:lvl9pPr marL="1828800" algn="l" rtl="0" fontAlgn="base">
              <a:spcBef>
                <a:spcPct val="0"/>
              </a:spcBef>
              <a:spcAft>
                <a:spcPct val="0"/>
              </a:spcAft>
              <a:defRPr sz="3600">
                <a:solidFill>
                  <a:schemeClr val="tx2"/>
                </a:solidFill>
                <a:latin typeface="Franklin Gothic Medium" pitchFamily="34" charset="0"/>
              </a:defRPr>
            </a:lvl9pPr>
          </a:lstStyle>
          <a:p>
            <a:pPr>
              <a:defRPr/>
            </a:pPr>
            <a:r>
              <a:rPr lang="en-US" dirty="0"/>
              <a:t>First-Order Circuits</a:t>
            </a:r>
          </a:p>
        </p:txBody>
      </p:sp>
      <p:sp>
        <p:nvSpPr>
          <p:cNvPr id="63492" name="Rectangle 3">
            <a:extLst>
              <a:ext uri="{FF2B5EF4-FFF2-40B4-BE49-F238E27FC236}">
                <a16:creationId xmlns:a16="http://schemas.microsoft.com/office/drawing/2014/main" id="{089726B2-6727-73D3-B937-170A1568F7E6}"/>
              </a:ext>
            </a:extLst>
          </p:cNvPr>
          <p:cNvSpPr txBox="1">
            <a:spLocks noChangeArrowheads="1"/>
          </p:cNvSpPr>
          <p:nvPr/>
        </p:nvSpPr>
        <p:spPr bwMode="auto">
          <a:xfrm>
            <a:off x="457200" y="914400"/>
            <a:ext cx="8229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r>
              <a:rPr lang="en-US" altLang="en-US" sz="2800"/>
              <a:t>A circuit that contains only sources, resistors and an inductor is called an </a:t>
            </a:r>
            <a:r>
              <a:rPr lang="en-US" altLang="en-US" sz="2800" b="1" i="1"/>
              <a:t>RL circuit</a:t>
            </a:r>
            <a:r>
              <a:rPr lang="en-US" altLang="en-US" sz="2800"/>
              <a:t>.</a:t>
            </a:r>
          </a:p>
          <a:p>
            <a:r>
              <a:rPr lang="en-US" altLang="en-US" sz="2800"/>
              <a:t>A circuit that contains only sources, resistors and a capacitor is called an </a:t>
            </a:r>
            <a:r>
              <a:rPr lang="en-US" altLang="en-US" sz="2800" b="1" i="1"/>
              <a:t>RC circuit</a:t>
            </a:r>
            <a:r>
              <a:rPr lang="en-US" altLang="en-US" sz="2800"/>
              <a:t>.</a:t>
            </a:r>
          </a:p>
          <a:p>
            <a:r>
              <a:rPr lang="en-US" altLang="en-US" sz="2800"/>
              <a:t>RL and RC circuits are called first-order circuits because their voltages and currents are described by first-order differential equations.</a:t>
            </a:r>
          </a:p>
        </p:txBody>
      </p:sp>
      <p:grpSp>
        <p:nvGrpSpPr>
          <p:cNvPr id="63493" name="Group 4">
            <a:extLst>
              <a:ext uri="{FF2B5EF4-FFF2-40B4-BE49-F238E27FC236}">
                <a16:creationId xmlns:a16="http://schemas.microsoft.com/office/drawing/2014/main" id="{85D203E8-0D2A-5D72-C039-492598D018F4}"/>
              </a:ext>
            </a:extLst>
          </p:cNvPr>
          <p:cNvGrpSpPr>
            <a:grpSpLocks/>
          </p:cNvGrpSpPr>
          <p:nvPr/>
        </p:nvGrpSpPr>
        <p:grpSpPr bwMode="auto">
          <a:xfrm rot="-5400000">
            <a:off x="1697038" y="5562600"/>
            <a:ext cx="1676400" cy="152400"/>
            <a:chOff x="1680" y="2880"/>
            <a:chExt cx="1056" cy="96"/>
          </a:xfrm>
        </p:grpSpPr>
        <p:grpSp>
          <p:nvGrpSpPr>
            <p:cNvPr id="63540" name="Group 5">
              <a:extLst>
                <a:ext uri="{FF2B5EF4-FFF2-40B4-BE49-F238E27FC236}">
                  <a16:creationId xmlns:a16="http://schemas.microsoft.com/office/drawing/2014/main" id="{F1C2A686-54BA-AB1F-8EE4-BBAE4E7FF569}"/>
                </a:ext>
              </a:extLst>
            </p:cNvPr>
            <p:cNvGrpSpPr>
              <a:grpSpLocks/>
            </p:cNvGrpSpPr>
            <p:nvPr/>
          </p:nvGrpSpPr>
          <p:grpSpPr bwMode="auto">
            <a:xfrm>
              <a:off x="2016" y="2880"/>
              <a:ext cx="96" cy="96"/>
              <a:chOff x="2016" y="2880"/>
              <a:chExt cx="96" cy="96"/>
            </a:xfrm>
          </p:grpSpPr>
          <p:sp>
            <p:nvSpPr>
              <p:cNvPr id="63552" name="Arc 6">
                <a:extLst>
                  <a:ext uri="{FF2B5EF4-FFF2-40B4-BE49-F238E27FC236}">
                    <a16:creationId xmlns:a16="http://schemas.microsoft.com/office/drawing/2014/main" id="{6E072775-8DA4-8319-DC28-DBDB5B0ABC45}"/>
                  </a:ext>
                </a:extLst>
              </p:cNvPr>
              <p:cNvSpPr>
                <a:spLocks/>
              </p:cNvSpPr>
              <p:nvPr/>
            </p:nvSpPr>
            <p:spPr bwMode="auto">
              <a:xfrm flipV="1">
                <a:off x="2064"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3" name="Arc 7">
                <a:extLst>
                  <a:ext uri="{FF2B5EF4-FFF2-40B4-BE49-F238E27FC236}">
                    <a16:creationId xmlns:a16="http://schemas.microsoft.com/office/drawing/2014/main" id="{B00387FB-62B7-E7A5-8DB5-DE9A20FCD634}"/>
                  </a:ext>
                </a:extLst>
              </p:cNvPr>
              <p:cNvSpPr>
                <a:spLocks/>
              </p:cNvSpPr>
              <p:nvPr/>
            </p:nvSpPr>
            <p:spPr bwMode="auto">
              <a:xfrm flipH="1" flipV="1">
                <a:off x="2016"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41" name="Group 8">
              <a:extLst>
                <a:ext uri="{FF2B5EF4-FFF2-40B4-BE49-F238E27FC236}">
                  <a16:creationId xmlns:a16="http://schemas.microsoft.com/office/drawing/2014/main" id="{B923229C-D823-051C-F5EE-AE728D5248D1}"/>
                </a:ext>
              </a:extLst>
            </p:cNvPr>
            <p:cNvGrpSpPr>
              <a:grpSpLocks/>
            </p:cNvGrpSpPr>
            <p:nvPr/>
          </p:nvGrpSpPr>
          <p:grpSpPr bwMode="auto">
            <a:xfrm>
              <a:off x="2112" y="2880"/>
              <a:ext cx="96" cy="96"/>
              <a:chOff x="2016" y="2880"/>
              <a:chExt cx="96" cy="96"/>
            </a:xfrm>
          </p:grpSpPr>
          <p:sp>
            <p:nvSpPr>
              <p:cNvPr id="63550" name="Arc 9">
                <a:extLst>
                  <a:ext uri="{FF2B5EF4-FFF2-40B4-BE49-F238E27FC236}">
                    <a16:creationId xmlns:a16="http://schemas.microsoft.com/office/drawing/2014/main" id="{0E66FDDC-8321-4599-BACD-1D7A811EA5E5}"/>
                  </a:ext>
                </a:extLst>
              </p:cNvPr>
              <p:cNvSpPr>
                <a:spLocks/>
              </p:cNvSpPr>
              <p:nvPr/>
            </p:nvSpPr>
            <p:spPr bwMode="auto">
              <a:xfrm flipV="1">
                <a:off x="2064"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51" name="Arc 10">
                <a:extLst>
                  <a:ext uri="{FF2B5EF4-FFF2-40B4-BE49-F238E27FC236}">
                    <a16:creationId xmlns:a16="http://schemas.microsoft.com/office/drawing/2014/main" id="{FF714F89-E012-67B1-5C99-F2A83651318E}"/>
                  </a:ext>
                </a:extLst>
              </p:cNvPr>
              <p:cNvSpPr>
                <a:spLocks/>
              </p:cNvSpPr>
              <p:nvPr/>
            </p:nvSpPr>
            <p:spPr bwMode="auto">
              <a:xfrm flipH="1" flipV="1">
                <a:off x="2016"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42" name="Group 11">
              <a:extLst>
                <a:ext uri="{FF2B5EF4-FFF2-40B4-BE49-F238E27FC236}">
                  <a16:creationId xmlns:a16="http://schemas.microsoft.com/office/drawing/2014/main" id="{E78125D2-C9A9-25E4-3148-9C2EB29B1D2E}"/>
                </a:ext>
              </a:extLst>
            </p:cNvPr>
            <p:cNvGrpSpPr>
              <a:grpSpLocks/>
            </p:cNvGrpSpPr>
            <p:nvPr/>
          </p:nvGrpSpPr>
          <p:grpSpPr bwMode="auto">
            <a:xfrm>
              <a:off x="2208" y="2880"/>
              <a:ext cx="96" cy="96"/>
              <a:chOff x="2016" y="2880"/>
              <a:chExt cx="96" cy="96"/>
            </a:xfrm>
          </p:grpSpPr>
          <p:sp>
            <p:nvSpPr>
              <p:cNvPr id="63548" name="Arc 12">
                <a:extLst>
                  <a:ext uri="{FF2B5EF4-FFF2-40B4-BE49-F238E27FC236}">
                    <a16:creationId xmlns:a16="http://schemas.microsoft.com/office/drawing/2014/main" id="{15234699-CF15-DF6A-DEF6-935160857C3E}"/>
                  </a:ext>
                </a:extLst>
              </p:cNvPr>
              <p:cNvSpPr>
                <a:spLocks/>
              </p:cNvSpPr>
              <p:nvPr/>
            </p:nvSpPr>
            <p:spPr bwMode="auto">
              <a:xfrm flipV="1">
                <a:off x="2064"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9" name="Arc 13">
                <a:extLst>
                  <a:ext uri="{FF2B5EF4-FFF2-40B4-BE49-F238E27FC236}">
                    <a16:creationId xmlns:a16="http://schemas.microsoft.com/office/drawing/2014/main" id="{3DC6C846-E276-3342-FEF6-898BA451F3D9}"/>
                  </a:ext>
                </a:extLst>
              </p:cNvPr>
              <p:cNvSpPr>
                <a:spLocks/>
              </p:cNvSpPr>
              <p:nvPr/>
            </p:nvSpPr>
            <p:spPr bwMode="auto">
              <a:xfrm flipH="1" flipV="1">
                <a:off x="2016"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543" name="Group 14">
              <a:extLst>
                <a:ext uri="{FF2B5EF4-FFF2-40B4-BE49-F238E27FC236}">
                  <a16:creationId xmlns:a16="http://schemas.microsoft.com/office/drawing/2014/main" id="{97C0B908-D9F4-E4B6-2428-2C297ACA7A4C}"/>
                </a:ext>
              </a:extLst>
            </p:cNvPr>
            <p:cNvGrpSpPr>
              <a:grpSpLocks/>
            </p:cNvGrpSpPr>
            <p:nvPr/>
          </p:nvGrpSpPr>
          <p:grpSpPr bwMode="auto">
            <a:xfrm>
              <a:off x="2304" y="2880"/>
              <a:ext cx="96" cy="96"/>
              <a:chOff x="2016" y="2880"/>
              <a:chExt cx="96" cy="96"/>
            </a:xfrm>
          </p:grpSpPr>
          <p:sp>
            <p:nvSpPr>
              <p:cNvPr id="63546" name="Arc 15">
                <a:extLst>
                  <a:ext uri="{FF2B5EF4-FFF2-40B4-BE49-F238E27FC236}">
                    <a16:creationId xmlns:a16="http://schemas.microsoft.com/office/drawing/2014/main" id="{B6EE7D26-6E71-B788-20A5-0BD83BD5FC58}"/>
                  </a:ext>
                </a:extLst>
              </p:cNvPr>
              <p:cNvSpPr>
                <a:spLocks/>
              </p:cNvSpPr>
              <p:nvPr/>
            </p:nvSpPr>
            <p:spPr bwMode="auto">
              <a:xfrm flipV="1">
                <a:off x="2064"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47" name="Arc 16">
                <a:extLst>
                  <a:ext uri="{FF2B5EF4-FFF2-40B4-BE49-F238E27FC236}">
                    <a16:creationId xmlns:a16="http://schemas.microsoft.com/office/drawing/2014/main" id="{7F3DD702-3D03-AF34-92BB-C3D5EA7A6A7B}"/>
                  </a:ext>
                </a:extLst>
              </p:cNvPr>
              <p:cNvSpPr>
                <a:spLocks/>
              </p:cNvSpPr>
              <p:nvPr/>
            </p:nvSpPr>
            <p:spPr bwMode="auto">
              <a:xfrm flipH="1" flipV="1">
                <a:off x="2016" y="2880"/>
                <a:ext cx="4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3544" name="Line 17">
              <a:extLst>
                <a:ext uri="{FF2B5EF4-FFF2-40B4-BE49-F238E27FC236}">
                  <a16:creationId xmlns:a16="http://schemas.microsoft.com/office/drawing/2014/main" id="{0CC2827F-580C-2A13-DF1E-FB447673507B}"/>
                </a:ext>
              </a:extLst>
            </p:cNvPr>
            <p:cNvSpPr>
              <a:spLocks noChangeShapeType="1"/>
            </p:cNvSpPr>
            <p:nvPr/>
          </p:nvSpPr>
          <p:spPr bwMode="auto">
            <a:xfrm>
              <a:off x="1680" y="288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45" name="Line 18">
              <a:extLst>
                <a:ext uri="{FF2B5EF4-FFF2-40B4-BE49-F238E27FC236}">
                  <a16:creationId xmlns:a16="http://schemas.microsoft.com/office/drawing/2014/main" id="{009B29E3-4FC4-8425-8404-A31F4A7A5808}"/>
                </a:ext>
              </a:extLst>
            </p:cNvPr>
            <p:cNvSpPr>
              <a:spLocks noChangeShapeType="1"/>
            </p:cNvSpPr>
            <p:nvPr/>
          </p:nvSpPr>
          <p:spPr bwMode="auto">
            <a:xfrm>
              <a:off x="2400" y="288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494" name="Oval 19">
            <a:extLst>
              <a:ext uri="{FF2B5EF4-FFF2-40B4-BE49-F238E27FC236}">
                <a16:creationId xmlns:a16="http://schemas.microsoft.com/office/drawing/2014/main" id="{118A087C-A1F7-9619-5A7A-A0198CD3597F}"/>
              </a:ext>
            </a:extLst>
          </p:cNvPr>
          <p:cNvSpPr>
            <a:spLocks noChangeArrowheads="1"/>
          </p:cNvSpPr>
          <p:nvPr/>
        </p:nvSpPr>
        <p:spPr bwMode="auto">
          <a:xfrm>
            <a:off x="493713" y="5334000"/>
            <a:ext cx="609600" cy="6096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sp>
        <p:nvSpPr>
          <p:cNvPr id="63495" name="Text Box 20">
            <a:extLst>
              <a:ext uri="{FF2B5EF4-FFF2-40B4-BE49-F238E27FC236}">
                <a16:creationId xmlns:a16="http://schemas.microsoft.com/office/drawing/2014/main" id="{7C3F6144-1172-92D6-5C0D-24040C67FD84}"/>
              </a:ext>
            </a:extLst>
          </p:cNvPr>
          <p:cNvSpPr txBox="1">
            <a:spLocks noChangeArrowheads="1"/>
          </p:cNvSpPr>
          <p:nvPr/>
        </p:nvSpPr>
        <p:spPr bwMode="auto">
          <a:xfrm flipV="1">
            <a:off x="593725" y="5334000"/>
            <a:ext cx="357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nSpc>
                <a:spcPct val="75000"/>
              </a:lnSpc>
              <a:spcBef>
                <a:spcPct val="0"/>
              </a:spcBef>
              <a:buClrTx/>
              <a:buSzTx/>
              <a:buFontTx/>
              <a:buNone/>
            </a:pPr>
            <a:r>
              <a:rPr lang="en-US" altLang="en-US" sz="2400" b="1">
                <a:solidFill>
                  <a:schemeClr val="tx1"/>
                </a:solidFill>
                <a:latin typeface="Arial" panose="020B0604020202020204" pitchFamily="34" charset="0"/>
                <a:cs typeface="Times New Roman" panose="02020603050405020304" pitchFamily="18" charset="0"/>
              </a:rPr>
              <a:t>–</a:t>
            </a:r>
          </a:p>
          <a:p>
            <a:pPr>
              <a:lnSpc>
                <a:spcPct val="75000"/>
              </a:lnSpc>
              <a:spcBef>
                <a:spcPct val="0"/>
              </a:spcBef>
              <a:buClrTx/>
              <a:buSzTx/>
              <a:buFontTx/>
              <a:buNone/>
            </a:pPr>
            <a:r>
              <a:rPr lang="en-US" altLang="en-US" sz="2400" b="1">
                <a:solidFill>
                  <a:schemeClr val="tx1"/>
                </a:solidFill>
                <a:latin typeface="Arial" panose="020B0604020202020204" pitchFamily="34" charset="0"/>
                <a:cs typeface="Times New Roman" panose="02020603050405020304" pitchFamily="18" charset="0"/>
              </a:rPr>
              <a:t>+</a:t>
            </a:r>
          </a:p>
        </p:txBody>
      </p:sp>
      <p:sp>
        <p:nvSpPr>
          <p:cNvPr id="63496" name="Line 21">
            <a:extLst>
              <a:ext uri="{FF2B5EF4-FFF2-40B4-BE49-F238E27FC236}">
                <a16:creationId xmlns:a16="http://schemas.microsoft.com/office/drawing/2014/main" id="{CCA1C662-1258-E547-CE97-272AD952066F}"/>
              </a:ext>
            </a:extLst>
          </p:cNvPr>
          <p:cNvSpPr>
            <a:spLocks noChangeShapeType="1"/>
          </p:cNvSpPr>
          <p:nvPr/>
        </p:nvSpPr>
        <p:spPr bwMode="auto">
          <a:xfrm flipV="1">
            <a:off x="798513" y="5943600"/>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7" name="Text Box 22">
            <a:extLst>
              <a:ext uri="{FF2B5EF4-FFF2-40B4-BE49-F238E27FC236}">
                <a16:creationId xmlns:a16="http://schemas.microsoft.com/office/drawing/2014/main" id="{3D1584B2-80D4-740C-6DB8-98E93994E8A8}"/>
              </a:ext>
            </a:extLst>
          </p:cNvPr>
          <p:cNvSpPr txBox="1">
            <a:spLocks noChangeArrowheads="1"/>
          </p:cNvSpPr>
          <p:nvPr/>
        </p:nvSpPr>
        <p:spPr bwMode="auto">
          <a:xfrm>
            <a:off x="76200" y="5334000"/>
            <a:ext cx="477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chemeClr val="tx1"/>
                </a:solidFill>
                <a:latin typeface="Arial" panose="020B0604020202020204" pitchFamily="34" charset="0"/>
              </a:rPr>
              <a:t>v</a:t>
            </a:r>
            <a:r>
              <a:rPr lang="en-US" altLang="en-US" sz="2400" b="1" i="1" baseline="-25000">
                <a:solidFill>
                  <a:schemeClr val="tx1"/>
                </a:solidFill>
                <a:latin typeface="Arial" panose="020B0604020202020204" pitchFamily="34" charset="0"/>
              </a:rPr>
              <a:t>s</a:t>
            </a:r>
            <a:endParaRPr lang="en-US" altLang="en-US" sz="2400" b="1" i="1">
              <a:solidFill>
                <a:schemeClr val="tx1"/>
              </a:solidFill>
              <a:latin typeface="Arial" panose="020B0604020202020204" pitchFamily="34" charset="0"/>
              <a:cs typeface="Times New Roman" panose="02020603050405020304" pitchFamily="18" charset="0"/>
            </a:endParaRPr>
          </a:p>
        </p:txBody>
      </p:sp>
      <p:sp>
        <p:nvSpPr>
          <p:cNvPr id="63498" name="Text Box 23">
            <a:extLst>
              <a:ext uri="{FF2B5EF4-FFF2-40B4-BE49-F238E27FC236}">
                <a16:creationId xmlns:a16="http://schemas.microsoft.com/office/drawing/2014/main" id="{41B36A55-6F9F-F95E-6004-91B576712435}"/>
              </a:ext>
            </a:extLst>
          </p:cNvPr>
          <p:cNvSpPr txBox="1">
            <a:spLocks noChangeArrowheads="1"/>
          </p:cNvSpPr>
          <p:nvPr/>
        </p:nvSpPr>
        <p:spPr bwMode="auto">
          <a:xfrm>
            <a:off x="2078038" y="5410200"/>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chemeClr val="tx1"/>
                </a:solidFill>
                <a:latin typeface="Arial" panose="020B0604020202020204" pitchFamily="34" charset="0"/>
              </a:rPr>
              <a:t>L</a:t>
            </a:r>
            <a:endParaRPr lang="en-US" altLang="en-US" sz="2400" b="1">
              <a:solidFill>
                <a:schemeClr val="tx1"/>
              </a:solidFill>
              <a:latin typeface="Arial" panose="020B0604020202020204" pitchFamily="34" charset="0"/>
              <a:cs typeface="Times New Roman" panose="02020603050405020304" pitchFamily="18" charset="0"/>
            </a:endParaRPr>
          </a:p>
        </p:txBody>
      </p:sp>
      <p:sp>
        <p:nvSpPr>
          <p:cNvPr id="63499" name="Line 24">
            <a:extLst>
              <a:ext uri="{FF2B5EF4-FFF2-40B4-BE49-F238E27FC236}">
                <a16:creationId xmlns:a16="http://schemas.microsoft.com/office/drawing/2014/main" id="{F8C127E0-3FE9-5F58-766F-3051A03576E4}"/>
              </a:ext>
            </a:extLst>
          </p:cNvPr>
          <p:cNvSpPr>
            <a:spLocks noChangeShapeType="1"/>
          </p:cNvSpPr>
          <p:nvPr/>
        </p:nvSpPr>
        <p:spPr bwMode="auto">
          <a:xfrm flipV="1">
            <a:off x="798513" y="4800600"/>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0" name="Line 25">
            <a:extLst>
              <a:ext uri="{FF2B5EF4-FFF2-40B4-BE49-F238E27FC236}">
                <a16:creationId xmlns:a16="http://schemas.microsoft.com/office/drawing/2014/main" id="{EA519173-9393-8728-924E-860EBBE22AF7}"/>
              </a:ext>
            </a:extLst>
          </p:cNvPr>
          <p:cNvSpPr>
            <a:spLocks noChangeShapeType="1"/>
          </p:cNvSpPr>
          <p:nvPr/>
        </p:nvSpPr>
        <p:spPr bwMode="auto">
          <a:xfrm>
            <a:off x="782638" y="6477000"/>
            <a:ext cx="167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3501" name="Group 26">
            <a:extLst>
              <a:ext uri="{FF2B5EF4-FFF2-40B4-BE49-F238E27FC236}">
                <a16:creationId xmlns:a16="http://schemas.microsoft.com/office/drawing/2014/main" id="{7E0C3F8C-B7E3-ABFD-9727-8999310818C8}"/>
              </a:ext>
            </a:extLst>
          </p:cNvPr>
          <p:cNvGrpSpPr>
            <a:grpSpLocks/>
          </p:cNvGrpSpPr>
          <p:nvPr/>
        </p:nvGrpSpPr>
        <p:grpSpPr bwMode="auto">
          <a:xfrm rot="-5400000">
            <a:off x="1392238" y="3962400"/>
            <a:ext cx="457200" cy="1676400"/>
            <a:chOff x="2736" y="2400"/>
            <a:chExt cx="288" cy="1056"/>
          </a:xfrm>
        </p:grpSpPr>
        <p:sp>
          <p:nvSpPr>
            <p:cNvPr id="63531" name="Line 27">
              <a:extLst>
                <a:ext uri="{FF2B5EF4-FFF2-40B4-BE49-F238E27FC236}">
                  <a16:creationId xmlns:a16="http://schemas.microsoft.com/office/drawing/2014/main" id="{A0C5B7A8-6330-116F-1091-F808929378A1}"/>
                </a:ext>
              </a:extLst>
            </p:cNvPr>
            <p:cNvSpPr>
              <a:spLocks noChangeShapeType="1"/>
            </p:cNvSpPr>
            <p:nvPr/>
          </p:nvSpPr>
          <p:spPr bwMode="auto">
            <a:xfrm rot="16200000" flipV="1">
              <a:off x="2784" y="2975"/>
              <a:ext cx="48"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2" name="Line 28">
              <a:extLst>
                <a:ext uri="{FF2B5EF4-FFF2-40B4-BE49-F238E27FC236}">
                  <a16:creationId xmlns:a16="http://schemas.microsoft.com/office/drawing/2014/main" id="{DFF1FC4B-7DF5-5553-BE6D-E4AFE520D73E}"/>
                </a:ext>
              </a:extLst>
            </p:cNvPr>
            <p:cNvSpPr>
              <a:spLocks noChangeShapeType="1"/>
            </p:cNvSpPr>
            <p:nvPr/>
          </p:nvSpPr>
          <p:spPr bwMode="auto">
            <a:xfrm rot="-5400000">
              <a:off x="2856" y="2855"/>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3" name="Line 29">
              <a:extLst>
                <a:ext uri="{FF2B5EF4-FFF2-40B4-BE49-F238E27FC236}">
                  <a16:creationId xmlns:a16="http://schemas.microsoft.com/office/drawing/2014/main" id="{6BA82639-FB3A-D775-B480-7500EA3D6B38}"/>
                </a:ext>
              </a:extLst>
            </p:cNvPr>
            <p:cNvSpPr>
              <a:spLocks noChangeShapeType="1"/>
            </p:cNvSpPr>
            <p:nvPr/>
          </p:nvSpPr>
          <p:spPr bwMode="auto">
            <a:xfrm rot="-5400000">
              <a:off x="2856" y="2760"/>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4" name="Line 30">
              <a:extLst>
                <a:ext uri="{FF2B5EF4-FFF2-40B4-BE49-F238E27FC236}">
                  <a16:creationId xmlns:a16="http://schemas.microsoft.com/office/drawing/2014/main" id="{7D6582F7-2601-DA4D-FCE6-AF01421586A2}"/>
                </a:ext>
              </a:extLst>
            </p:cNvPr>
            <p:cNvSpPr>
              <a:spLocks noChangeShapeType="1"/>
            </p:cNvSpPr>
            <p:nvPr/>
          </p:nvSpPr>
          <p:spPr bwMode="auto">
            <a:xfrm rot="16200000" flipV="1">
              <a:off x="2856" y="2807"/>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5" name="Line 31">
              <a:extLst>
                <a:ext uri="{FF2B5EF4-FFF2-40B4-BE49-F238E27FC236}">
                  <a16:creationId xmlns:a16="http://schemas.microsoft.com/office/drawing/2014/main" id="{8AE52726-A248-524B-3BF1-3724D26CD508}"/>
                </a:ext>
              </a:extLst>
            </p:cNvPr>
            <p:cNvSpPr>
              <a:spLocks noChangeShapeType="1"/>
            </p:cNvSpPr>
            <p:nvPr/>
          </p:nvSpPr>
          <p:spPr bwMode="auto">
            <a:xfrm rot="-5400000">
              <a:off x="2856" y="2663"/>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6" name="Line 32">
              <a:extLst>
                <a:ext uri="{FF2B5EF4-FFF2-40B4-BE49-F238E27FC236}">
                  <a16:creationId xmlns:a16="http://schemas.microsoft.com/office/drawing/2014/main" id="{A59A8530-75BB-4F45-20D2-B395739A5A7A}"/>
                </a:ext>
              </a:extLst>
            </p:cNvPr>
            <p:cNvSpPr>
              <a:spLocks noChangeShapeType="1"/>
            </p:cNvSpPr>
            <p:nvPr/>
          </p:nvSpPr>
          <p:spPr bwMode="auto">
            <a:xfrm rot="16200000" flipV="1">
              <a:off x="2856" y="2711"/>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7" name="Line 33">
              <a:extLst>
                <a:ext uri="{FF2B5EF4-FFF2-40B4-BE49-F238E27FC236}">
                  <a16:creationId xmlns:a16="http://schemas.microsoft.com/office/drawing/2014/main" id="{A38CCE38-CD08-AF3D-C89E-630264814345}"/>
                </a:ext>
              </a:extLst>
            </p:cNvPr>
            <p:cNvSpPr>
              <a:spLocks noChangeShapeType="1"/>
            </p:cNvSpPr>
            <p:nvPr/>
          </p:nvSpPr>
          <p:spPr bwMode="auto">
            <a:xfrm rot="16200000" flipV="1">
              <a:off x="2928" y="2687"/>
              <a:ext cx="48"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8" name="Line 34">
              <a:extLst>
                <a:ext uri="{FF2B5EF4-FFF2-40B4-BE49-F238E27FC236}">
                  <a16:creationId xmlns:a16="http://schemas.microsoft.com/office/drawing/2014/main" id="{2112285F-BDB7-092A-38A3-DA6433003427}"/>
                </a:ext>
              </a:extLst>
            </p:cNvPr>
            <p:cNvSpPr>
              <a:spLocks noChangeShapeType="1"/>
            </p:cNvSpPr>
            <p:nvPr/>
          </p:nvSpPr>
          <p:spPr bwMode="auto">
            <a:xfrm rot="-5400000">
              <a:off x="2712" y="2568"/>
              <a:ext cx="33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9" name="Line 35">
              <a:extLst>
                <a:ext uri="{FF2B5EF4-FFF2-40B4-BE49-F238E27FC236}">
                  <a16:creationId xmlns:a16="http://schemas.microsoft.com/office/drawing/2014/main" id="{4AD94B81-01DA-E4CB-5131-A9B10D5CC2C6}"/>
                </a:ext>
              </a:extLst>
            </p:cNvPr>
            <p:cNvSpPr>
              <a:spLocks noChangeShapeType="1"/>
            </p:cNvSpPr>
            <p:nvPr/>
          </p:nvSpPr>
          <p:spPr bwMode="auto">
            <a:xfrm rot="-5400000">
              <a:off x="2687" y="3264"/>
              <a:ext cx="38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502" name="Text Box 39">
            <a:extLst>
              <a:ext uri="{FF2B5EF4-FFF2-40B4-BE49-F238E27FC236}">
                <a16:creationId xmlns:a16="http://schemas.microsoft.com/office/drawing/2014/main" id="{97C88769-D6BC-14CC-E106-CA0FC8E9D4F7}"/>
              </a:ext>
            </a:extLst>
          </p:cNvPr>
          <p:cNvSpPr txBox="1">
            <a:spLocks noChangeArrowheads="1"/>
          </p:cNvSpPr>
          <p:nvPr/>
        </p:nvSpPr>
        <p:spPr bwMode="auto">
          <a:xfrm>
            <a:off x="1371600" y="41148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chemeClr val="tx1"/>
                </a:solidFill>
                <a:latin typeface="Arial" panose="020B0604020202020204" pitchFamily="34" charset="0"/>
              </a:rPr>
              <a:t>R</a:t>
            </a:r>
            <a:endParaRPr lang="en-US" altLang="en-US" sz="2400" b="1">
              <a:solidFill>
                <a:schemeClr val="tx1"/>
              </a:solidFill>
              <a:latin typeface="Arial" panose="020B0604020202020204" pitchFamily="34" charset="0"/>
              <a:cs typeface="Times New Roman" panose="02020603050405020304" pitchFamily="18" charset="0"/>
            </a:endParaRPr>
          </a:p>
        </p:txBody>
      </p:sp>
      <p:sp>
        <p:nvSpPr>
          <p:cNvPr id="63503" name="Oval 55">
            <a:extLst>
              <a:ext uri="{FF2B5EF4-FFF2-40B4-BE49-F238E27FC236}">
                <a16:creationId xmlns:a16="http://schemas.microsoft.com/office/drawing/2014/main" id="{17DE2B35-AD83-3A50-DC6A-20C46695C206}"/>
              </a:ext>
            </a:extLst>
          </p:cNvPr>
          <p:cNvSpPr>
            <a:spLocks noChangeArrowheads="1"/>
          </p:cNvSpPr>
          <p:nvPr/>
        </p:nvSpPr>
        <p:spPr bwMode="auto">
          <a:xfrm>
            <a:off x="6721475" y="5334000"/>
            <a:ext cx="609600" cy="6096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endParaRPr lang="en-US" altLang="en-US" sz="1800">
              <a:solidFill>
                <a:schemeClr val="tx1"/>
              </a:solidFill>
              <a:latin typeface="Arial" panose="020B0604020202020204" pitchFamily="34" charset="0"/>
            </a:endParaRPr>
          </a:p>
        </p:txBody>
      </p:sp>
      <p:sp>
        <p:nvSpPr>
          <p:cNvPr id="63504" name="Text Box 56">
            <a:extLst>
              <a:ext uri="{FF2B5EF4-FFF2-40B4-BE49-F238E27FC236}">
                <a16:creationId xmlns:a16="http://schemas.microsoft.com/office/drawing/2014/main" id="{CD320C78-55B2-BE1D-1DAA-04CDE578E218}"/>
              </a:ext>
            </a:extLst>
          </p:cNvPr>
          <p:cNvSpPr txBox="1">
            <a:spLocks noChangeArrowheads="1"/>
          </p:cNvSpPr>
          <p:nvPr/>
        </p:nvSpPr>
        <p:spPr bwMode="auto">
          <a:xfrm flipV="1">
            <a:off x="6821488" y="5334000"/>
            <a:ext cx="3571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nSpc>
                <a:spcPct val="75000"/>
              </a:lnSpc>
              <a:spcBef>
                <a:spcPct val="0"/>
              </a:spcBef>
              <a:buClrTx/>
              <a:buSzTx/>
              <a:buFontTx/>
              <a:buNone/>
            </a:pPr>
            <a:r>
              <a:rPr lang="en-US" altLang="en-US" sz="2400" b="1">
                <a:solidFill>
                  <a:schemeClr val="tx1"/>
                </a:solidFill>
                <a:latin typeface="Arial" panose="020B0604020202020204" pitchFamily="34" charset="0"/>
                <a:cs typeface="Times New Roman" panose="02020603050405020304" pitchFamily="18" charset="0"/>
              </a:rPr>
              <a:t>–</a:t>
            </a:r>
          </a:p>
          <a:p>
            <a:pPr>
              <a:lnSpc>
                <a:spcPct val="75000"/>
              </a:lnSpc>
              <a:spcBef>
                <a:spcPct val="0"/>
              </a:spcBef>
              <a:buClrTx/>
              <a:buSzTx/>
              <a:buFontTx/>
              <a:buNone/>
            </a:pPr>
            <a:r>
              <a:rPr lang="en-US" altLang="en-US" sz="2400" b="1">
                <a:solidFill>
                  <a:schemeClr val="tx1"/>
                </a:solidFill>
                <a:latin typeface="Arial" panose="020B0604020202020204" pitchFamily="34" charset="0"/>
                <a:cs typeface="Times New Roman" panose="02020603050405020304" pitchFamily="18" charset="0"/>
              </a:rPr>
              <a:t>+</a:t>
            </a:r>
          </a:p>
        </p:txBody>
      </p:sp>
      <p:sp>
        <p:nvSpPr>
          <p:cNvPr id="63505" name="Line 57">
            <a:extLst>
              <a:ext uri="{FF2B5EF4-FFF2-40B4-BE49-F238E27FC236}">
                <a16:creationId xmlns:a16="http://schemas.microsoft.com/office/drawing/2014/main" id="{6F8A346B-2FA0-59CA-CD11-62C55283092C}"/>
              </a:ext>
            </a:extLst>
          </p:cNvPr>
          <p:cNvSpPr>
            <a:spLocks noChangeShapeType="1"/>
          </p:cNvSpPr>
          <p:nvPr/>
        </p:nvSpPr>
        <p:spPr bwMode="auto">
          <a:xfrm flipV="1">
            <a:off x="7026275" y="5943600"/>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6" name="Text Box 58">
            <a:extLst>
              <a:ext uri="{FF2B5EF4-FFF2-40B4-BE49-F238E27FC236}">
                <a16:creationId xmlns:a16="http://schemas.microsoft.com/office/drawing/2014/main" id="{127D7F36-E5EA-BE19-1117-278508DA71F0}"/>
              </a:ext>
            </a:extLst>
          </p:cNvPr>
          <p:cNvSpPr txBox="1">
            <a:spLocks noChangeArrowheads="1"/>
          </p:cNvSpPr>
          <p:nvPr/>
        </p:nvSpPr>
        <p:spPr bwMode="auto">
          <a:xfrm>
            <a:off x="6264275" y="5334000"/>
            <a:ext cx="477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chemeClr val="tx1"/>
                </a:solidFill>
                <a:latin typeface="Arial" panose="020B0604020202020204" pitchFamily="34" charset="0"/>
              </a:rPr>
              <a:t>v</a:t>
            </a:r>
            <a:r>
              <a:rPr lang="en-US" altLang="en-US" sz="2400" b="1" i="1" baseline="-25000">
                <a:solidFill>
                  <a:schemeClr val="tx1"/>
                </a:solidFill>
                <a:latin typeface="Arial" panose="020B0604020202020204" pitchFamily="34" charset="0"/>
              </a:rPr>
              <a:t>s</a:t>
            </a:r>
            <a:endParaRPr lang="en-US" altLang="en-US" sz="2400" b="1" i="1">
              <a:solidFill>
                <a:schemeClr val="tx1"/>
              </a:solidFill>
              <a:latin typeface="Arial" panose="020B0604020202020204" pitchFamily="34" charset="0"/>
              <a:cs typeface="Times New Roman" panose="02020603050405020304" pitchFamily="18" charset="0"/>
            </a:endParaRPr>
          </a:p>
        </p:txBody>
      </p:sp>
      <p:sp>
        <p:nvSpPr>
          <p:cNvPr id="63507" name="Text Box 59">
            <a:extLst>
              <a:ext uri="{FF2B5EF4-FFF2-40B4-BE49-F238E27FC236}">
                <a16:creationId xmlns:a16="http://schemas.microsoft.com/office/drawing/2014/main" id="{DA585EF7-EC46-D058-EAC3-3B298307BE32}"/>
              </a:ext>
            </a:extLst>
          </p:cNvPr>
          <p:cNvSpPr txBox="1">
            <a:spLocks noChangeArrowheads="1"/>
          </p:cNvSpPr>
          <p:nvPr/>
        </p:nvSpPr>
        <p:spPr bwMode="auto">
          <a:xfrm>
            <a:off x="8001000" y="5410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chemeClr val="tx1"/>
                </a:solidFill>
                <a:latin typeface="Arial" panose="020B0604020202020204" pitchFamily="34" charset="0"/>
              </a:rPr>
              <a:t>C</a:t>
            </a:r>
            <a:endParaRPr lang="en-US" altLang="en-US" sz="2400" b="1">
              <a:solidFill>
                <a:schemeClr val="tx1"/>
              </a:solidFill>
              <a:latin typeface="Arial" panose="020B0604020202020204" pitchFamily="34" charset="0"/>
              <a:cs typeface="Times New Roman" panose="02020603050405020304" pitchFamily="18" charset="0"/>
            </a:endParaRPr>
          </a:p>
        </p:txBody>
      </p:sp>
      <p:sp>
        <p:nvSpPr>
          <p:cNvPr id="63508" name="Line 60">
            <a:extLst>
              <a:ext uri="{FF2B5EF4-FFF2-40B4-BE49-F238E27FC236}">
                <a16:creationId xmlns:a16="http://schemas.microsoft.com/office/drawing/2014/main" id="{A82CD7DB-054A-C556-07D0-66C404123175}"/>
              </a:ext>
            </a:extLst>
          </p:cNvPr>
          <p:cNvSpPr>
            <a:spLocks noChangeShapeType="1"/>
          </p:cNvSpPr>
          <p:nvPr/>
        </p:nvSpPr>
        <p:spPr bwMode="auto">
          <a:xfrm flipV="1">
            <a:off x="7026275" y="4800600"/>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9" name="Line 61">
            <a:extLst>
              <a:ext uri="{FF2B5EF4-FFF2-40B4-BE49-F238E27FC236}">
                <a16:creationId xmlns:a16="http://schemas.microsoft.com/office/drawing/2014/main" id="{DE55EA97-8D81-737E-981D-847CAF772C4F}"/>
              </a:ext>
            </a:extLst>
          </p:cNvPr>
          <p:cNvSpPr>
            <a:spLocks noChangeShapeType="1"/>
          </p:cNvSpPr>
          <p:nvPr/>
        </p:nvSpPr>
        <p:spPr bwMode="auto">
          <a:xfrm>
            <a:off x="7010400" y="6477000"/>
            <a:ext cx="1676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3510" name="Group 62">
            <a:extLst>
              <a:ext uri="{FF2B5EF4-FFF2-40B4-BE49-F238E27FC236}">
                <a16:creationId xmlns:a16="http://schemas.microsoft.com/office/drawing/2014/main" id="{82F50AEC-90DC-1309-7C7E-1509B43A66F5}"/>
              </a:ext>
            </a:extLst>
          </p:cNvPr>
          <p:cNvGrpSpPr>
            <a:grpSpLocks/>
          </p:cNvGrpSpPr>
          <p:nvPr/>
        </p:nvGrpSpPr>
        <p:grpSpPr bwMode="auto">
          <a:xfrm rot="-5400000">
            <a:off x="7620000" y="3962400"/>
            <a:ext cx="457200" cy="1676400"/>
            <a:chOff x="2736" y="2400"/>
            <a:chExt cx="288" cy="1056"/>
          </a:xfrm>
        </p:grpSpPr>
        <p:sp>
          <p:nvSpPr>
            <p:cNvPr id="63522" name="Line 63">
              <a:extLst>
                <a:ext uri="{FF2B5EF4-FFF2-40B4-BE49-F238E27FC236}">
                  <a16:creationId xmlns:a16="http://schemas.microsoft.com/office/drawing/2014/main" id="{77A587AC-EE2E-9186-42DE-111196BD9303}"/>
                </a:ext>
              </a:extLst>
            </p:cNvPr>
            <p:cNvSpPr>
              <a:spLocks noChangeShapeType="1"/>
            </p:cNvSpPr>
            <p:nvPr/>
          </p:nvSpPr>
          <p:spPr bwMode="auto">
            <a:xfrm rot="16200000" flipV="1">
              <a:off x="2784" y="2975"/>
              <a:ext cx="48"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3" name="Line 64">
              <a:extLst>
                <a:ext uri="{FF2B5EF4-FFF2-40B4-BE49-F238E27FC236}">
                  <a16:creationId xmlns:a16="http://schemas.microsoft.com/office/drawing/2014/main" id="{155884BE-3B27-3391-BA0D-62FBC216ED65}"/>
                </a:ext>
              </a:extLst>
            </p:cNvPr>
            <p:cNvSpPr>
              <a:spLocks noChangeShapeType="1"/>
            </p:cNvSpPr>
            <p:nvPr/>
          </p:nvSpPr>
          <p:spPr bwMode="auto">
            <a:xfrm rot="-5400000">
              <a:off x="2856" y="2855"/>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4" name="Line 65">
              <a:extLst>
                <a:ext uri="{FF2B5EF4-FFF2-40B4-BE49-F238E27FC236}">
                  <a16:creationId xmlns:a16="http://schemas.microsoft.com/office/drawing/2014/main" id="{7FB392B6-20D8-9C1A-8648-D2F1FA7564CE}"/>
                </a:ext>
              </a:extLst>
            </p:cNvPr>
            <p:cNvSpPr>
              <a:spLocks noChangeShapeType="1"/>
            </p:cNvSpPr>
            <p:nvPr/>
          </p:nvSpPr>
          <p:spPr bwMode="auto">
            <a:xfrm rot="-5400000">
              <a:off x="2856" y="2760"/>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5" name="Line 66">
              <a:extLst>
                <a:ext uri="{FF2B5EF4-FFF2-40B4-BE49-F238E27FC236}">
                  <a16:creationId xmlns:a16="http://schemas.microsoft.com/office/drawing/2014/main" id="{40533D99-8DF5-C681-19B6-AC3CC1873EA6}"/>
                </a:ext>
              </a:extLst>
            </p:cNvPr>
            <p:cNvSpPr>
              <a:spLocks noChangeShapeType="1"/>
            </p:cNvSpPr>
            <p:nvPr/>
          </p:nvSpPr>
          <p:spPr bwMode="auto">
            <a:xfrm rot="16200000" flipV="1">
              <a:off x="2856" y="2807"/>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6" name="Line 67">
              <a:extLst>
                <a:ext uri="{FF2B5EF4-FFF2-40B4-BE49-F238E27FC236}">
                  <a16:creationId xmlns:a16="http://schemas.microsoft.com/office/drawing/2014/main" id="{FEA9C028-CB20-9305-B45D-202CA64327C2}"/>
                </a:ext>
              </a:extLst>
            </p:cNvPr>
            <p:cNvSpPr>
              <a:spLocks noChangeShapeType="1"/>
            </p:cNvSpPr>
            <p:nvPr/>
          </p:nvSpPr>
          <p:spPr bwMode="auto">
            <a:xfrm rot="-5400000">
              <a:off x="2856" y="2663"/>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7" name="Line 68">
              <a:extLst>
                <a:ext uri="{FF2B5EF4-FFF2-40B4-BE49-F238E27FC236}">
                  <a16:creationId xmlns:a16="http://schemas.microsoft.com/office/drawing/2014/main" id="{F0AAACC5-FF73-4F75-1673-798BAD175649}"/>
                </a:ext>
              </a:extLst>
            </p:cNvPr>
            <p:cNvSpPr>
              <a:spLocks noChangeShapeType="1"/>
            </p:cNvSpPr>
            <p:nvPr/>
          </p:nvSpPr>
          <p:spPr bwMode="auto">
            <a:xfrm rot="16200000" flipV="1">
              <a:off x="2856" y="2711"/>
              <a:ext cx="4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8" name="Line 69">
              <a:extLst>
                <a:ext uri="{FF2B5EF4-FFF2-40B4-BE49-F238E27FC236}">
                  <a16:creationId xmlns:a16="http://schemas.microsoft.com/office/drawing/2014/main" id="{AA68DDE3-4644-C205-AF51-6750090EFFD7}"/>
                </a:ext>
              </a:extLst>
            </p:cNvPr>
            <p:cNvSpPr>
              <a:spLocks noChangeShapeType="1"/>
            </p:cNvSpPr>
            <p:nvPr/>
          </p:nvSpPr>
          <p:spPr bwMode="auto">
            <a:xfrm rot="16200000" flipV="1">
              <a:off x="2928" y="2687"/>
              <a:ext cx="48"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29" name="Line 70">
              <a:extLst>
                <a:ext uri="{FF2B5EF4-FFF2-40B4-BE49-F238E27FC236}">
                  <a16:creationId xmlns:a16="http://schemas.microsoft.com/office/drawing/2014/main" id="{51B5C7C7-78E0-5110-8D63-00BAD72C7C46}"/>
                </a:ext>
              </a:extLst>
            </p:cNvPr>
            <p:cNvSpPr>
              <a:spLocks noChangeShapeType="1"/>
            </p:cNvSpPr>
            <p:nvPr/>
          </p:nvSpPr>
          <p:spPr bwMode="auto">
            <a:xfrm rot="-5400000">
              <a:off x="2712" y="2568"/>
              <a:ext cx="33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30" name="Line 71">
              <a:extLst>
                <a:ext uri="{FF2B5EF4-FFF2-40B4-BE49-F238E27FC236}">
                  <a16:creationId xmlns:a16="http://schemas.microsoft.com/office/drawing/2014/main" id="{5BF5ED5A-2ADC-EFCB-E683-450480E93FBF}"/>
                </a:ext>
              </a:extLst>
            </p:cNvPr>
            <p:cNvSpPr>
              <a:spLocks noChangeShapeType="1"/>
            </p:cNvSpPr>
            <p:nvPr/>
          </p:nvSpPr>
          <p:spPr bwMode="auto">
            <a:xfrm rot="-5400000">
              <a:off x="2687" y="3264"/>
              <a:ext cx="38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511" name="Text Box 72">
            <a:extLst>
              <a:ext uri="{FF2B5EF4-FFF2-40B4-BE49-F238E27FC236}">
                <a16:creationId xmlns:a16="http://schemas.microsoft.com/office/drawing/2014/main" id="{FAE5393E-EFFC-95C7-3324-0256B76C7063}"/>
              </a:ext>
            </a:extLst>
          </p:cNvPr>
          <p:cNvSpPr txBox="1">
            <a:spLocks noChangeArrowheads="1"/>
          </p:cNvSpPr>
          <p:nvPr/>
        </p:nvSpPr>
        <p:spPr bwMode="auto">
          <a:xfrm>
            <a:off x="7620000" y="41148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chemeClr val="tx1"/>
                </a:solidFill>
                <a:latin typeface="Arial" panose="020B0604020202020204" pitchFamily="34" charset="0"/>
              </a:rPr>
              <a:t>R</a:t>
            </a:r>
            <a:endParaRPr lang="en-US" altLang="en-US" sz="2400" b="1">
              <a:solidFill>
                <a:schemeClr val="tx1"/>
              </a:solidFill>
              <a:latin typeface="Arial" panose="020B0604020202020204" pitchFamily="34" charset="0"/>
              <a:cs typeface="Times New Roman" panose="02020603050405020304" pitchFamily="18" charset="0"/>
            </a:endParaRPr>
          </a:p>
        </p:txBody>
      </p:sp>
      <p:grpSp>
        <p:nvGrpSpPr>
          <p:cNvPr id="63512" name="Group 73">
            <a:extLst>
              <a:ext uri="{FF2B5EF4-FFF2-40B4-BE49-F238E27FC236}">
                <a16:creationId xmlns:a16="http://schemas.microsoft.com/office/drawing/2014/main" id="{2E284C47-E419-8B7B-B711-40E32DE7F464}"/>
              </a:ext>
            </a:extLst>
          </p:cNvPr>
          <p:cNvGrpSpPr>
            <a:grpSpLocks/>
          </p:cNvGrpSpPr>
          <p:nvPr/>
        </p:nvGrpSpPr>
        <p:grpSpPr bwMode="auto">
          <a:xfrm>
            <a:off x="8382000" y="5715000"/>
            <a:ext cx="609600" cy="76200"/>
            <a:chOff x="4896" y="2208"/>
            <a:chExt cx="384" cy="48"/>
          </a:xfrm>
        </p:grpSpPr>
        <p:sp>
          <p:nvSpPr>
            <p:cNvPr id="63520" name="Arc 74">
              <a:extLst>
                <a:ext uri="{FF2B5EF4-FFF2-40B4-BE49-F238E27FC236}">
                  <a16:creationId xmlns:a16="http://schemas.microsoft.com/office/drawing/2014/main" id="{F5A35B3A-5184-F98E-FD53-C0596F230B1D}"/>
                </a:ext>
              </a:extLst>
            </p:cNvPr>
            <p:cNvSpPr>
              <a:spLocks/>
            </p:cNvSpPr>
            <p:nvPr/>
          </p:nvSpPr>
          <p:spPr bwMode="auto">
            <a:xfrm>
              <a:off x="5088" y="2208"/>
              <a:ext cx="192"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21" name="Arc 75">
              <a:extLst>
                <a:ext uri="{FF2B5EF4-FFF2-40B4-BE49-F238E27FC236}">
                  <a16:creationId xmlns:a16="http://schemas.microsoft.com/office/drawing/2014/main" id="{AEF17248-8945-6B0F-97F5-7435B0E4246D}"/>
                </a:ext>
              </a:extLst>
            </p:cNvPr>
            <p:cNvSpPr>
              <a:spLocks/>
            </p:cNvSpPr>
            <p:nvPr/>
          </p:nvSpPr>
          <p:spPr bwMode="auto">
            <a:xfrm flipH="1">
              <a:off x="4896" y="2208"/>
              <a:ext cx="192"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3513" name="Line 76">
            <a:extLst>
              <a:ext uri="{FF2B5EF4-FFF2-40B4-BE49-F238E27FC236}">
                <a16:creationId xmlns:a16="http://schemas.microsoft.com/office/drawing/2014/main" id="{D977C5D0-7291-2BC4-710F-CF72E3AA948C}"/>
              </a:ext>
            </a:extLst>
          </p:cNvPr>
          <p:cNvSpPr>
            <a:spLocks noChangeShapeType="1"/>
          </p:cNvSpPr>
          <p:nvPr/>
        </p:nvSpPr>
        <p:spPr bwMode="auto">
          <a:xfrm>
            <a:off x="8382000" y="556260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4" name="Line 79">
            <a:extLst>
              <a:ext uri="{FF2B5EF4-FFF2-40B4-BE49-F238E27FC236}">
                <a16:creationId xmlns:a16="http://schemas.microsoft.com/office/drawing/2014/main" id="{DC55320D-78FA-28FE-9ABE-38DB0EC6D27F}"/>
              </a:ext>
            </a:extLst>
          </p:cNvPr>
          <p:cNvSpPr>
            <a:spLocks noChangeShapeType="1"/>
          </p:cNvSpPr>
          <p:nvPr/>
        </p:nvSpPr>
        <p:spPr bwMode="auto">
          <a:xfrm>
            <a:off x="8686800" y="4800600"/>
            <a:ext cx="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5" name="Line 80">
            <a:extLst>
              <a:ext uri="{FF2B5EF4-FFF2-40B4-BE49-F238E27FC236}">
                <a16:creationId xmlns:a16="http://schemas.microsoft.com/office/drawing/2014/main" id="{F3141151-F31E-8219-5F0D-0D0E7DFF4C9F}"/>
              </a:ext>
            </a:extLst>
          </p:cNvPr>
          <p:cNvSpPr>
            <a:spLocks noChangeShapeType="1"/>
          </p:cNvSpPr>
          <p:nvPr/>
        </p:nvSpPr>
        <p:spPr bwMode="auto">
          <a:xfrm flipH="1">
            <a:off x="8686800" y="5715000"/>
            <a:ext cx="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6" name="Text Box 83">
            <a:extLst>
              <a:ext uri="{FF2B5EF4-FFF2-40B4-BE49-F238E27FC236}">
                <a16:creationId xmlns:a16="http://schemas.microsoft.com/office/drawing/2014/main" id="{5B8214DA-3F34-8C1B-6CD3-74A4A97D42AF}"/>
              </a:ext>
            </a:extLst>
          </p:cNvPr>
          <p:cNvSpPr txBox="1">
            <a:spLocks noChangeArrowheads="1"/>
          </p:cNvSpPr>
          <p:nvPr/>
        </p:nvSpPr>
        <p:spPr bwMode="auto">
          <a:xfrm>
            <a:off x="1316038" y="5029200"/>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rgbClr val="FF0000"/>
                </a:solidFill>
                <a:latin typeface="Arial" panose="020B0604020202020204" pitchFamily="34" charset="0"/>
              </a:rPr>
              <a:t>i</a:t>
            </a:r>
            <a:endParaRPr lang="en-US" altLang="en-US" sz="2400" b="1">
              <a:solidFill>
                <a:srgbClr val="FF0000"/>
              </a:solidFill>
              <a:latin typeface="Arial" panose="020B0604020202020204" pitchFamily="34" charset="0"/>
              <a:cs typeface="Times New Roman" panose="02020603050405020304" pitchFamily="18" charset="0"/>
            </a:endParaRPr>
          </a:p>
        </p:txBody>
      </p:sp>
      <p:sp>
        <p:nvSpPr>
          <p:cNvPr id="63517" name="Line 84">
            <a:extLst>
              <a:ext uri="{FF2B5EF4-FFF2-40B4-BE49-F238E27FC236}">
                <a16:creationId xmlns:a16="http://schemas.microsoft.com/office/drawing/2014/main" id="{2310DD5C-548F-2B46-2D79-C521EA156EDA}"/>
              </a:ext>
            </a:extLst>
          </p:cNvPr>
          <p:cNvSpPr>
            <a:spLocks noChangeShapeType="1"/>
          </p:cNvSpPr>
          <p:nvPr/>
        </p:nvSpPr>
        <p:spPr bwMode="auto">
          <a:xfrm flipH="1">
            <a:off x="1544638" y="5257800"/>
            <a:ext cx="304800" cy="0"/>
          </a:xfrm>
          <a:prstGeom prst="line">
            <a:avLst/>
          </a:prstGeom>
          <a:noFill/>
          <a:ln w="9525">
            <a:solidFill>
              <a:srgbClr val="FF0000"/>
            </a:solidFill>
            <a:round/>
            <a:headEnd type="triangle" w="lg"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18" name="Text Box 85">
            <a:extLst>
              <a:ext uri="{FF2B5EF4-FFF2-40B4-BE49-F238E27FC236}">
                <a16:creationId xmlns:a16="http://schemas.microsoft.com/office/drawing/2014/main" id="{D06B990E-2CA5-8CA0-5CC1-A5ACA98F231C}"/>
              </a:ext>
            </a:extLst>
          </p:cNvPr>
          <p:cNvSpPr txBox="1">
            <a:spLocks noChangeArrowheads="1"/>
          </p:cNvSpPr>
          <p:nvPr/>
        </p:nvSpPr>
        <p:spPr bwMode="auto">
          <a:xfrm>
            <a:off x="7543800" y="5029200"/>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lgn="ctr">
              <a:spcBef>
                <a:spcPct val="0"/>
              </a:spcBef>
              <a:buClrTx/>
              <a:buSzTx/>
              <a:buFontTx/>
              <a:buNone/>
            </a:pPr>
            <a:r>
              <a:rPr lang="en-US" altLang="en-US" sz="2400" b="1" i="1">
                <a:solidFill>
                  <a:srgbClr val="FF0000"/>
                </a:solidFill>
                <a:latin typeface="Arial" panose="020B0604020202020204" pitchFamily="34" charset="0"/>
              </a:rPr>
              <a:t>i</a:t>
            </a:r>
            <a:endParaRPr lang="en-US" altLang="en-US" sz="2400" b="1">
              <a:solidFill>
                <a:srgbClr val="FF0000"/>
              </a:solidFill>
              <a:latin typeface="Arial" panose="020B0604020202020204" pitchFamily="34" charset="0"/>
              <a:cs typeface="Times New Roman" panose="02020603050405020304" pitchFamily="18" charset="0"/>
            </a:endParaRPr>
          </a:p>
        </p:txBody>
      </p:sp>
      <p:sp>
        <p:nvSpPr>
          <p:cNvPr id="63519" name="Line 86">
            <a:extLst>
              <a:ext uri="{FF2B5EF4-FFF2-40B4-BE49-F238E27FC236}">
                <a16:creationId xmlns:a16="http://schemas.microsoft.com/office/drawing/2014/main" id="{606AFC65-52A2-8C9B-D955-B79EA7BACD2B}"/>
              </a:ext>
            </a:extLst>
          </p:cNvPr>
          <p:cNvSpPr>
            <a:spLocks noChangeShapeType="1"/>
          </p:cNvSpPr>
          <p:nvPr/>
        </p:nvSpPr>
        <p:spPr bwMode="auto">
          <a:xfrm flipH="1">
            <a:off x="7772400" y="5257800"/>
            <a:ext cx="304800" cy="0"/>
          </a:xfrm>
          <a:prstGeom prst="line">
            <a:avLst/>
          </a:prstGeom>
          <a:noFill/>
          <a:ln w="9525">
            <a:solidFill>
              <a:srgbClr val="FF0000"/>
            </a:solidFill>
            <a:round/>
            <a:headEnd type="triangle" w="lg"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9C811-5426-8A9B-9835-A7076C3D3730}"/>
              </a:ext>
            </a:extLst>
          </p:cNvPr>
          <p:cNvSpPr>
            <a:spLocks noGrp="1"/>
          </p:cNvSpPr>
          <p:nvPr>
            <p:ph type="title"/>
          </p:nvPr>
        </p:nvSpPr>
        <p:spPr/>
        <p:txBody>
          <a:bodyPr/>
          <a:lstStyle/>
          <a:p>
            <a:pPr algn="ctr">
              <a:defRPr/>
            </a:pPr>
            <a:r>
              <a:rPr lang="en-US" dirty="0"/>
              <a:t>RESPONSE OF RC CIRCUIT</a:t>
            </a:r>
          </a:p>
        </p:txBody>
      </p:sp>
      <p:sp>
        <p:nvSpPr>
          <p:cNvPr id="3" name="Content Placeholder 2">
            <a:extLst>
              <a:ext uri="{FF2B5EF4-FFF2-40B4-BE49-F238E27FC236}">
                <a16:creationId xmlns:a16="http://schemas.microsoft.com/office/drawing/2014/main" id="{408895AE-3D62-D1D2-A7D3-9795D83F6ED8}"/>
              </a:ext>
            </a:extLst>
          </p:cNvPr>
          <p:cNvSpPr>
            <a:spLocks noGrp="1"/>
          </p:cNvSpPr>
          <p:nvPr>
            <p:ph idx="1"/>
          </p:nvPr>
        </p:nvSpPr>
        <p:spPr/>
        <p:txBody>
          <a:bodyPr/>
          <a:lstStyle/>
          <a:p>
            <a:pPr>
              <a:defRPr/>
            </a:pPr>
            <a:r>
              <a:rPr lang="en-US" dirty="0"/>
              <a:t>Source free response of RC circuit.</a:t>
            </a:r>
          </a:p>
          <a:p>
            <a:pPr>
              <a:defRPr/>
            </a:pPr>
            <a:endParaRPr lang="en-US" dirty="0"/>
          </a:p>
          <a:p>
            <a:pPr>
              <a:defRPr/>
            </a:pPr>
            <a:endParaRPr lang="en-US" dirty="0"/>
          </a:p>
          <a:p>
            <a:pPr marL="0" indent="0">
              <a:buFont typeface="Wingdings 2" panose="05020102010507070707" pitchFamily="18" charset="2"/>
              <a:buNone/>
              <a:defRPr/>
            </a:pPr>
            <a:endParaRPr lang="en-US" dirty="0"/>
          </a:p>
          <a:p>
            <a:pPr>
              <a:defRPr/>
            </a:pPr>
            <a:r>
              <a:rPr lang="en-US" dirty="0"/>
              <a:t>Forced response of RC circuit.</a:t>
            </a:r>
          </a:p>
        </p:txBody>
      </p:sp>
      <p:sp>
        <p:nvSpPr>
          <p:cNvPr id="64516" name="Slide Number Placeholder 4">
            <a:extLst>
              <a:ext uri="{FF2B5EF4-FFF2-40B4-BE49-F238E27FC236}">
                <a16:creationId xmlns:a16="http://schemas.microsoft.com/office/drawing/2014/main" id="{4F57306E-BDCB-9CE3-BA66-EDDDF7561F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B86AA320-0692-40E5-BB5A-FE035A5E1AD4}" type="slidenum">
              <a:rPr lang="en-US" altLang="en-US" sz="1200" smtClean="0">
                <a:solidFill>
                  <a:srgbClr val="D38E27"/>
                </a:solidFill>
              </a:rPr>
              <a:pPr>
                <a:spcBef>
                  <a:spcPct val="0"/>
                </a:spcBef>
                <a:buClrTx/>
                <a:buSzTx/>
                <a:buFontTx/>
                <a:buNone/>
              </a:pPr>
              <a:t>39</a:t>
            </a:fld>
            <a:endParaRPr lang="en-US" altLang="en-US" sz="1200">
              <a:solidFill>
                <a:srgbClr val="D38E27"/>
              </a:solidFill>
            </a:endParaRPr>
          </a:p>
        </p:txBody>
      </p:sp>
      <p:pic>
        <p:nvPicPr>
          <p:cNvPr id="64517" name="Picture 6">
            <a:extLst>
              <a:ext uri="{FF2B5EF4-FFF2-40B4-BE49-F238E27FC236}">
                <a16:creationId xmlns:a16="http://schemas.microsoft.com/office/drawing/2014/main" id="{3C693C81-BF27-1A50-05B0-C2B720009E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75" y="4405313"/>
            <a:ext cx="22860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2">
            <a:extLst>
              <a:ext uri="{FF2B5EF4-FFF2-40B4-BE49-F238E27FC236}">
                <a16:creationId xmlns:a16="http://schemas.microsoft.com/office/drawing/2014/main" id="{4F7DEAB7-2213-42FC-668A-A2D3E2463F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8613" y="1601788"/>
            <a:ext cx="2038350"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91D9-53B3-5128-EA31-82FC450FB639}"/>
              </a:ext>
            </a:extLst>
          </p:cNvPr>
          <p:cNvSpPr>
            <a:spLocks noGrp="1"/>
          </p:cNvSpPr>
          <p:nvPr>
            <p:ph type="title"/>
          </p:nvPr>
        </p:nvSpPr>
        <p:spPr/>
        <p:txBody>
          <a:bodyPr/>
          <a:lstStyle/>
          <a:p>
            <a:pPr>
              <a:defRPr/>
            </a:pPr>
            <a:r>
              <a:rPr lang="en-US" dirty="0"/>
              <a:t>SOURCE FREE RC CIRCUITS</a:t>
            </a:r>
          </a:p>
        </p:txBody>
      </p:sp>
      <p:sp>
        <p:nvSpPr>
          <p:cNvPr id="66563" name="Content Placeholder 2">
            <a:extLst>
              <a:ext uri="{FF2B5EF4-FFF2-40B4-BE49-F238E27FC236}">
                <a16:creationId xmlns:a16="http://schemas.microsoft.com/office/drawing/2014/main" id="{4F016684-FD0C-CC3B-EC3A-6041A8852300}"/>
              </a:ext>
            </a:extLst>
          </p:cNvPr>
          <p:cNvSpPr>
            <a:spLocks noGrp="1"/>
          </p:cNvSpPr>
          <p:nvPr>
            <p:ph idx="1"/>
          </p:nvPr>
        </p:nvSpPr>
        <p:spPr/>
        <p:txBody>
          <a:bodyPr/>
          <a:lstStyle/>
          <a:p>
            <a:r>
              <a:rPr lang="en-US" altLang="en-US"/>
              <a:t>A source-free RC circuit occurs when its dc source is suddenly disconnected.</a:t>
            </a:r>
          </a:p>
          <a:p>
            <a:r>
              <a:rPr lang="en-US" altLang="en-US"/>
              <a:t>The energy already stored in the capacitor is released to the resistors</a:t>
            </a:r>
          </a:p>
        </p:txBody>
      </p:sp>
      <p:sp>
        <p:nvSpPr>
          <p:cNvPr id="66564" name="Slide Number Placeholder 4">
            <a:extLst>
              <a:ext uri="{FF2B5EF4-FFF2-40B4-BE49-F238E27FC236}">
                <a16:creationId xmlns:a16="http://schemas.microsoft.com/office/drawing/2014/main" id="{6345F4E7-EEF4-D8D8-BFE4-C4F0F7BA75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FAA6D009-3D78-4B3F-A196-4D0DB645869D}" type="slidenum">
              <a:rPr lang="en-US" altLang="en-US" sz="1200" smtClean="0">
                <a:solidFill>
                  <a:srgbClr val="D38E27"/>
                </a:solidFill>
              </a:rPr>
              <a:pPr>
                <a:spcBef>
                  <a:spcPct val="0"/>
                </a:spcBef>
                <a:buClrTx/>
                <a:buSzTx/>
                <a:buFontTx/>
                <a:buNone/>
              </a:pPr>
              <a:t>40</a:t>
            </a:fld>
            <a:endParaRPr lang="en-US" altLang="en-US" sz="1200">
              <a:solidFill>
                <a:srgbClr val="D38E27"/>
              </a:solidFill>
            </a:endParaRPr>
          </a:p>
        </p:txBody>
      </p:sp>
      <p:pic>
        <p:nvPicPr>
          <p:cNvPr id="66565" name="Picture 2">
            <a:extLst>
              <a:ext uri="{FF2B5EF4-FFF2-40B4-BE49-F238E27FC236}">
                <a16:creationId xmlns:a16="http://schemas.microsoft.com/office/drawing/2014/main" id="{13665066-28BE-C55C-CEA3-0864E7FA8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4267200"/>
            <a:ext cx="2038350"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6444-56EE-227C-572B-276AA5883081}"/>
              </a:ext>
            </a:extLst>
          </p:cNvPr>
          <p:cNvSpPr>
            <a:spLocks noGrp="1"/>
          </p:cNvSpPr>
          <p:nvPr>
            <p:ph type="title"/>
          </p:nvPr>
        </p:nvSpPr>
        <p:spPr/>
        <p:txBody>
          <a:bodyPr/>
          <a:lstStyle/>
          <a:p>
            <a:pPr>
              <a:defRPr/>
            </a:pPr>
            <a:r>
              <a:rPr lang="en-US" dirty="0"/>
              <a:t>SOURCE FREE RC CIRCUITS</a:t>
            </a:r>
          </a:p>
        </p:txBody>
      </p:sp>
      <p:sp>
        <p:nvSpPr>
          <p:cNvPr id="67587" name="Content Placeholder 2">
            <a:extLst>
              <a:ext uri="{FF2B5EF4-FFF2-40B4-BE49-F238E27FC236}">
                <a16:creationId xmlns:a16="http://schemas.microsoft.com/office/drawing/2014/main" id="{206543F4-C505-9F3B-3F16-F2F4910E659F}"/>
              </a:ext>
            </a:extLst>
          </p:cNvPr>
          <p:cNvSpPr>
            <a:spLocks noGrp="1"/>
          </p:cNvSpPr>
          <p:nvPr>
            <p:ph idx="1"/>
          </p:nvPr>
        </p:nvSpPr>
        <p:spPr/>
        <p:txBody>
          <a:bodyPr/>
          <a:lstStyle/>
          <a:p>
            <a:pPr algn="just"/>
            <a:r>
              <a:rPr lang="en-US" altLang="en-US"/>
              <a:t>We assume to be the voltage v(t) across the capacitor. Since the capacitor is initially charged, we can assume that at time t = 0, the initial voltage is</a:t>
            </a:r>
          </a:p>
          <a:p>
            <a:r>
              <a:rPr lang="en-US" altLang="en-US"/>
              <a:t>With the corresponding value of the energy stored as</a:t>
            </a:r>
          </a:p>
          <a:p>
            <a:r>
              <a:rPr lang="en-US" altLang="en-US"/>
              <a:t>Applying KCL at the top node of the circuit in Figure</a:t>
            </a:r>
          </a:p>
          <a:p>
            <a:endParaRPr lang="en-US" altLang="en-US"/>
          </a:p>
        </p:txBody>
      </p:sp>
      <p:sp>
        <p:nvSpPr>
          <p:cNvPr id="67588" name="Slide Number Placeholder 4">
            <a:extLst>
              <a:ext uri="{FF2B5EF4-FFF2-40B4-BE49-F238E27FC236}">
                <a16:creationId xmlns:a16="http://schemas.microsoft.com/office/drawing/2014/main" id="{4A5A4E3E-9E3D-B419-A577-9D20D59CAB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78D51A09-8069-4E81-A36B-4BC896AAAE7D}" type="slidenum">
              <a:rPr lang="en-US" altLang="en-US" sz="1200" smtClean="0">
                <a:solidFill>
                  <a:srgbClr val="D38E27"/>
                </a:solidFill>
              </a:rPr>
              <a:pPr>
                <a:spcBef>
                  <a:spcPct val="0"/>
                </a:spcBef>
                <a:buClrTx/>
                <a:buSzTx/>
                <a:buFontTx/>
                <a:buNone/>
              </a:pPr>
              <a:t>41</a:t>
            </a:fld>
            <a:endParaRPr lang="en-US" altLang="en-US" sz="1200">
              <a:solidFill>
                <a:srgbClr val="D38E27"/>
              </a:solidFill>
            </a:endParaRPr>
          </a:p>
        </p:txBody>
      </p:sp>
      <p:pic>
        <p:nvPicPr>
          <p:cNvPr id="67589" name="Picture 2">
            <a:extLst>
              <a:ext uri="{FF2B5EF4-FFF2-40B4-BE49-F238E27FC236}">
                <a16:creationId xmlns:a16="http://schemas.microsoft.com/office/drawing/2014/main" id="{62646940-1800-7CC8-099B-AE94DF167F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124200"/>
            <a:ext cx="142875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3">
            <a:extLst>
              <a:ext uri="{FF2B5EF4-FFF2-40B4-BE49-F238E27FC236}">
                <a16:creationId xmlns:a16="http://schemas.microsoft.com/office/drawing/2014/main" id="{CF56484C-DE3E-DDD7-4909-4E221A6C9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14800"/>
            <a:ext cx="1774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4">
            <a:extLst>
              <a:ext uri="{FF2B5EF4-FFF2-40B4-BE49-F238E27FC236}">
                <a16:creationId xmlns:a16="http://schemas.microsoft.com/office/drawing/2014/main" id="{0265A447-ABA2-A732-5ECE-05EAEC9014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54102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F0F78-CD1C-6150-4377-DD2B1D602615}"/>
              </a:ext>
            </a:extLst>
          </p:cNvPr>
          <p:cNvSpPr>
            <a:spLocks noGrp="1"/>
          </p:cNvSpPr>
          <p:nvPr>
            <p:ph type="title"/>
          </p:nvPr>
        </p:nvSpPr>
        <p:spPr/>
        <p:txBody>
          <a:bodyPr/>
          <a:lstStyle/>
          <a:p>
            <a:pPr>
              <a:defRPr/>
            </a:pPr>
            <a:r>
              <a:rPr lang="en-US" dirty="0"/>
              <a:t>SOURCE FREE RC CIRCUITS</a:t>
            </a:r>
          </a:p>
        </p:txBody>
      </p:sp>
      <p:sp>
        <p:nvSpPr>
          <p:cNvPr id="68611" name="Slide Number Placeholder 4">
            <a:extLst>
              <a:ext uri="{FF2B5EF4-FFF2-40B4-BE49-F238E27FC236}">
                <a16:creationId xmlns:a16="http://schemas.microsoft.com/office/drawing/2014/main" id="{535F1EF8-085F-B8DB-FF7B-C1206FD8DB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00A998F0-C1EE-4CFB-9354-F7E05FB3733F}" type="slidenum">
              <a:rPr lang="en-US" altLang="en-US" sz="1200" smtClean="0">
                <a:solidFill>
                  <a:srgbClr val="D38E27"/>
                </a:solidFill>
              </a:rPr>
              <a:pPr>
                <a:spcBef>
                  <a:spcPct val="0"/>
                </a:spcBef>
                <a:buClrTx/>
                <a:buSzTx/>
                <a:buFontTx/>
                <a:buNone/>
              </a:pPr>
              <a:t>42</a:t>
            </a:fld>
            <a:endParaRPr lang="en-US" altLang="en-US" sz="1200">
              <a:solidFill>
                <a:srgbClr val="D38E27"/>
              </a:solidFill>
            </a:endParaRPr>
          </a:p>
        </p:txBody>
      </p:sp>
      <p:pic>
        <p:nvPicPr>
          <p:cNvPr id="68612" name="Picture 2">
            <a:extLst>
              <a:ext uri="{FF2B5EF4-FFF2-40B4-BE49-F238E27FC236}">
                <a16:creationId xmlns:a16="http://schemas.microsoft.com/office/drawing/2014/main" id="{8653747F-AE6A-22CB-5908-34DC616B3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4588" y="1219200"/>
            <a:ext cx="4519612"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3">
            <a:extLst>
              <a:ext uri="{FF2B5EF4-FFF2-40B4-BE49-F238E27FC236}">
                <a16:creationId xmlns:a16="http://schemas.microsoft.com/office/drawing/2014/main" id="{DE48D06C-DA6D-169D-D047-31E864F31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971800"/>
            <a:ext cx="4838700" cy="373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2BD35-F428-1E8C-9042-EE806482DBDE}"/>
              </a:ext>
            </a:extLst>
          </p:cNvPr>
          <p:cNvSpPr>
            <a:spLocks noGrp="1"/>
          </p:cNvSpPr>
          <p:nvPr>
            <p:ph type="title"/>
          </p:nvPr>
        </p:nvSpPr>
        <p:spPr/>
        <p:txBody>
          <a:bodyPr/>
          <a:lstStyle/>
          <a:p>
            <a:pPr>
              <a:defRPr/>
            </a:pPr>
            <a:r>
              <a:rPr lang="en-US" dirty="0"/>
              <a:t>SOURCE FREE RC CIRCUITS</a:t>
            </a:r>
          </a:p>
        </p:txBody>
      </p:sp>
      <p:sp>
        <p:nvSpPr>
          <p:cNvPr id="69635" name="Content Placeholder 2">
            <a:extLst>
              <a:ext uri="{FF2B5EF4-FFF2-40B4-BE49-F238E27FC236}">
                <a16:creationId xmlns:a16="http://schemas.microsoft.com/office/drawing/2014/main" id="{7E2B92CF-8406-CE02-2512-34F1E1206F1B}"/>
              </a:ext>
            </a:extLst>
          </p:cNvPr>
          <p:cNvSpPr>
            <a:spLocks noGrp="1"/>
          </p:cNvSpPr>
          <p:nvPr>
            <p:ph idx="1"/>
          </p:nvPr>
        </p:nvSpPr>
        <p:spPr/>
        <p:txBody>
          <a:bodyPr/>
          <a:lstStyle/>
          <a:p>
            <a:r>
              <a:rPr lang="en-US" altLang="en-US"/>
              <a:t>The natural response of a circuit refers to the behavior (in terms of voltages and currents) of the circuit itself, with no external sources of excitation.</a:t>
            </a:r>
          </a:p>
          <a:p>
            <a:pPr algn="just"/>
            <a:r>
              <a:rPr lang="en-US" altLang="en-US"/>
              <a:t>The time constant of a circuit is the time required for the response to decay by a factor of 1/</a:t>
            </a:r>
            <a:r>
              <a:rPr lang="en-US" altLang="en-US" i="1"/>
              <a:t>e or 36.8 percent of its initial value.</a:t>
            </a:r>
            <a:endParaRPr lang="en-US" altLang="en-US"/>
          </a:p>
        </p:txBody>
      </p:sp>
      <p:sp>
        <p:nvSpPr>
          <p:cNvPr id="69636" name="Slide Number Placeholder 4">
            <a:extLst>
              <a:ext uri="{FF2B5EF4-FFF2-40B4-BE49-F238E27FC236}">
                <a16:creationId xmlns:a16="http://schemas.microsoft.com/office/drawing/2014/main" id="{8237005F-6DCC-BD89-873E-6C431AFEBBF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70BDAAD-67A1-47C8-BA0F-BCBDC866B193}" type="slidenum">
              <a:rPr lang="en-US" altLang="en-US" sz="1200" smtClean="0">
                <a:solidFill>
                  <a:srgbClr val="D38E27"/>
                </a:solidFill>
              </a:rPr>
              <a:pPr>
                <a:spcBef>
                  <a:spcPct val="0"/>
                </a:spcBef>
                <a:buClrTx/>
                <a:buSzTx/>
                <a:buFontTx/>
                <a:buNone/>
              </a:pPr>
              <a:t>43</a:t>
            </a:fld>
            <a:endParaRPr lang="en-US" altLang="en-US" sz="1200">
              <a:solidFill>
                <a:srgbClr val="D38E27"/>
              </a:solidFill>
            </a:endParaRPr>
          </a:p>
        </p:txBody>
      </p:sp>
      <p:pic>
        <p:nvPicPr>
          <p:cNvPr id="69637" name="Picture 2">
            <a:extLst>
              <a:ext uri="{FF2B5EF4-FFF2-40B4-BE49-F238E27FC236}">
                <a16:creationId xmlns:a16="http://schemas.microsoft.com/office/drawing/2014/main" id="{D5B04F0D-0D9B-5F21-E8E6-B30418BCE9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5005388"/>
            <a:ext cx="3328988"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1598D-EEA8-E8A6-8609-456C130CB8CC}"/>
              </a:ext>
            </a:extLst>
          </p:cNvPr>
          <p:cNvSpPr>
            <a:spLocks noGrp="1"/>
          </p:cNvSpPr>
          <p:nvPr>
            <p:ph type="title"/>
          </p:nvPr>
        </p:nvSpPr>
        <p:spPr/>
        <p:txBody>
          <a:bodyPr/>
          <a:lstStyle/>
          <a:p>
            <a:pPr>
              <a:defRPr/>
            </a:pPr>
            <a:r>
              <a:rPr lang="en-US" dirty="0"/>
              <a:t>SOURCE FREE RC CIRCUITS</a:t>
            </a:r>
          </a:p>
        </p:txBody>
      </p:sp>
      <p:sp>
        <p:nvSpPr>
          <p:cNvPr id="70659" name="Slide Number Placeholder 4">
            <a:extLst>
              <a:ext uri="{FF2B5EF4-FFF2-40B4-BE49-F238E27FC236}">
                <a16:creationId xmlns:a16="http://schemas.microsoft.com/office/drawing/2014/main" id="{70E94C31-AAAA-7526-A107-ED0C5FD4C3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3F4E613-37D0-498E-811B-A6C7BB9D9F23}" type="slidenum">
              <a:rPr lang="en-US" altLang="en-US" sz="1200" smtClean="0">
                <a:solidFill>
                  <a:srgbClr val="D38E27"/>
                </a:solidFill>
              </a:rPr>
              <a:pPr>
                <a:spcBef>
                  <a:spcPct val="0"/>
                </a:spcBef>
                <a:buClrTx/>
                <a:buSzTx/>
                <a:buFontTx/>
                <a:buNone/>
              </a:pPr>
              <a:t>44</a:t>
            </a:fld>
            <a:endParaRPr lang="en-US" altLang="en-US" sz="1200">
              <a:solidFill>
                <a:srgbClr val="D38E27"/>
              </a:solidFill>
            </a:endParaRPr>
          </a:p>
        </p:txBody>
      </p:sp>
      <p:pic>
        <p:nvPicPr>
          <p:cNvPr id="70660" name="Picture 2">
            <a:extLst>
              <a:ext uri="{FF2B5EF4-FFF2-40B4-BE49-F238E27FC236}">
                <a16:creationId xmlns:a16="http://schemas.microsoft.com/office/drawing/2014/main" id="{B489A57D-4304-94FA-80AF-BF2A60D91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0"/>
            <a:ext cx="5070475"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08F3B-DAC3-D759-31A7-607F8444124C}"/>
              </a:ext>
            </a:extLst>
          </p:cNvPr>
          <p:cNvSpPr>
            <a:spLocks noGrp="1"/>
          </p:cNvSpPr>
          <p:nvPr>
            <p:ph type="title"/>
          </p:nvPr>
        </p:nvSpPr>
        <p:spPr/>
        <p:txBody>
          <a:bodyPr/>
          <a:lstStyle/>
          <a:p>
            <a:pPr>
              <a:defRPr/>
            </a:pPr>
            <a:r>
              <a:rPr lang="en-US" dirty="0"/>
              <a:t>EXAMPLE</a:t>
            </a:r>
            <a:endParaRPr lang="en-NG" dirty="0"/>
          </a:p>
        </p:txBody>
      </p:sp>
      <p:sp>
        <p:nvSpPr>
          <p:cNvPr id="71683" name="Slide Number Placeholder 3">
            <a:extLst>
              <a:ext uri="{FF2B5EF4-FFF2-40B4-BE49-F238E27FC236}">
                <a16:creationId xmlns:a16="http://schemas.microsoft.com/office/drawing/2014/main" id="{D4728198-98C4-A94C-F524-97D56EFF2B7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C89F99F4-66A3-44CD-9CDC-EF7BA5CC5A1E}" type="slidenum">
              <a:rPr lang="en-US" altLang="en-US" sz="1200" smtClean="0">
                <a:solidFill>
                  <a:srgbClr val="D38E27"/>
                </a:solidFill>
              </a:rPr>
              <a:pPr>
                <a:spcBef>
                  <a:spcPct val="0"/>
                </a:spcBef>
                <a:buClrTx/>
                <a:buSzTx/>
                <a:buFontTx/>
                <a:buNone/>
              </a:pPr>
              <a:t>45</a:t>
            </a:fld>
            <a:endParaRPr lang="en-US" altLang="en-US" sz="1200">
              <a:solidFill>
                <a:srgbClr val="D38E27"/>
              </a:solidFill>
            </a:endParaRPr>
          </a:p>
        </p:txBody>
      </p:sp>
      <p:pic>
        <p:nvPicPr>
          <p:cNvPr id="71684" name="Picture 9">
            <a:extLst>
              <a:ext uri="{FF2B5EF4-FFF2-40B4-BE49-F238E27FC236}">
                <a16:creationId xmlns:a16="http://schemas.microsoft.com/office/drawing/2014/main" id="{E8DD841B-980A-690C-F709-505301836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75" y="1066800"/>
            <a:ext cx="38925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12">
            <a:extLst>
              <a:ext uri="{FF2B5EF4-FFF2-40B4-BE49-F238E27FC236}">
                <a16:creationId xmlns:a16="http://schemas.microsoft.com/office/drawing/2014/main" id="{7CC4AD3E-3E2D-7798-4C8C-D45CC8600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0063" y="3087688"/>
            <a:ext cx="213836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14">
            <a:extLst>
              <a:ext uri="{FF2B5EF4-FFF2-40B4-BE49-F238E27FC236}">
                <a16:creationId xmlns:a16="http://schemas.microsoft.com/office/drawing/2014/main" id="{52EC2C0F-81EF-5774-07EB-03CE54238B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7488" y="3003550"/>
            <a:ext cx="52451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Picture 16">
            <a:extLst>
              <a:ext uri="{FF2B5EF4-FFF2-40B4-BE49-F238E27FC236}">
                <a16:creationId xmlns:a16="http://schemas.microsoft.com/office/drawing/2014/main" id="{3F00B765-1209-E810-94F4-A40BE71A15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5450" y="5562600"/>
            <a:ext cx="32416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18">
            <a:extLst>
              <a:ext uri="{FF2B5EF4-FFF2-40B4-BE49-F238E27FC236}">
                <a16:creationId xmlns:a16="http://schemas.microsoft.com/office/drawing/2014/main" id="{3A26FD36-BE4F-19AA-4E0C-2E846AD7E8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5450" y="6096000"/>
            <a:ext cx="67230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9" name="Picture 20">
            <a:extLst>
              <a:ext uri="{FF2B5EF4-FFF2-40B4-BE49-F238E27FC236}">
                <a16:creationId xmlns:a16="http://schemas.microsoft.com/office/drawing/2014/main" id="{A81BB011-7032-7068-37F6-7FC003D4C8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5450" y="4191000"/>
            <a:ext cx="4827588"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itle 1">
            <a:extLst>
              <a:ext uri="{FF2B5EF4-FFF2-40B4-BE49-F238E27FC236}">
                <a16:creationId xmlns:a16="http://schemas.microsoft.com/office/drawing/2014/main" id="{AB36C154-E22F-E641-F232-73C5E75211F4}"/>
              </a:ext>
            </a:extLst>
          </p:cNvPr>
          <p:cNvSpPr txBox="1">
            <a:spLocks/>
          </p:cNvSpPr>
          <p:nvPr/>
        </p:nvSpPr>
        <p:spPr>
          <a:xfrm>
            <a:off x="304800" y="1285799"/>
            <a:ext cx="8686800" cy="838200"/>
          </a:xfrm>
          <a:prstGeom prst="rect">
            <a:avLst/>
          </a:prstGeom>
        </p:spPr>
        <p:txBody>
          <a:bodyPr anchor="ctr">
            <a:normAutofit/>
          </a:bodyPr>
          <a:lstStyle>
            <a:lvl1pPr algn="l" rtl="0" eaLnBrk="0" fontAlgn="base" hangingPunct="0">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eaLnBrk="0" fontAlgn="base" hangingPunct="0">
              <a:spcBef>
                <a:spcPct val="0"/>
              </a:spcBef>
              <a:spcAft>
                <a:spcPct val="0"/>
              </a:spcAft>
              <a:defRPr sz="3600">
                <a:solidFill>
                  <a:schemeClr val="tx2"/>
                </a:solidFill>
                <a:latin typeface="Franklin Gothic Medium" pitchFamily="34" charset="0"/>
              </a:defRPr>
            </a:lvl2pPr>
            <a:lvl3pPr algn="l" rtl="0" eaLnBrk="0" fontAlgn="base" hangingPunct="0">
              <a:spcBef>
                <a:spcPct val="0"/>
              </a:spcBef>
              <a:spcAft>
                <a:spcPct val="0"/>
              </a:spcAft>
              <a:defRPr sz="3600">
                <a:solidFill>
                  <a:schemeClr val="tx2"/>
                </a:solidFill>
                <a:latin typeface="Franklin Gothic Medium" pitchFamily="34" charset="0"/>
              </a:defRPr>
            </a:lvl3pPr>
            <a:lvl4pPr algn="l" rtl="0" eaLnBrk="0" fontAlgn="base" hangingPunct="0">
              <a:spcBef>
                <a:spcPct val="0"/>
              </a:spcBef>
              <a:spcAft>
                <a:spcPct val="0"/>
              </a:spcAft>
              <a:defRPr sz="3600">
                <a:solidFill>
                  <a:schemeClr val="tx2"/>
                </a:solidFill>
                <a:latin typeface="Franklin Gothic Medium" pitchFamily="34" charset="0"/>
              </a:defRPr>
            </a:lvl4pPr>
            <a:lvl5pPr algn="l" rtl="0" eaLnBrk="0" fontAlgn="base" hangingPunct="0">
              <a:spcBef>
                <a:spcPct val="0"/>
              </a:spcBef>
              <a:spcAft>
                <a:spcPct val="0"/>
              </a:spcAft>
              <a:defRPr sz="3600">
                <a:solidFill>
                  <a:schemeClr val="tx2"/>
                </a:solidFill>
                <a:latin typeface="Franklin Gothic Medium" pitchFamily="34" charset="0"/>
              </a:defRPr>
            </a:lvl5pPr>
            <a:lvl6pPr marL="457200" algn="l" rtl="0" fontAlgn="base">
              <a:spcBef>
                <a:spcPct val="0"/>
              </a:spcBef>
              <a:spcAft>
                <a:spcPct val="0"/>
              </a:spcAft>
              <a:defRPr sz="3600">
                <a:solidFill>
                  <a:schemeClr val="tx2"/>
                </a:solidFill>
                <a:latin typeface="Franklin Gothic Medium" pitchFamily="34" charset="0"/>
              </a:defRPr>
            </a:lvl6pPr>
            <a:lvl7pPr marL="914400" algn="l" rtl="0" fontAlgn="base">
              <a:spcBef>
                <a:spcPct val="0"/>
              </a:spcBef>
              <a:spcAft>
                <a:spcPct val="0"/>
              </a:spcAft>
              <a:defRPr sz="3600">
                <a:solidFill>
                  <a:schemeClr val="tx2"/>
                </a:solidFill>
                <a:latin typeface="Franklin Gothic Medium" pitchFamily="34" charset="0"/>
              </a:defRPr>
            </a:lvl7pPr>
            <a:lvl8pPr marL="1371600" algn="l" rtl="0" fontAlgn="base">
              <a:spcBef>
                <a:spcPct val="0"/>
              </a:spcBef>
              <a:spcAft>
                <a:spcPct val="0"/>
              </a:spcAft>
              <a:defRPr sz="3600">
                <a:solidFill>
                  <a:schemeClr val="tx2"/>
                </a:solidFill>
                <a:latin typeface="Franklin Gothic Medium" pitchFamily="34" charset="0"/>
              </a:defRPr>
            </a:lvl8pPr>
            <a:lvl9pPr marL="1828800" algn="l" rtl="0" fontAlgn="base">
              <a:spcBef>
                <a:spcPct val="0"/>
              </a:spcBef>
              <a:spcAft>
                <a:spcPct val="0"/>
              </a:spcAft>
              <a:defRPr sz="3600">
                <a:solidFill>
                  <a:schemeClr val="tx2"/>
                </a:solidFill>
                <a:latin typeface="Franklin Gothic Medium" pitchFamily="34" charset="0"/>
              </a:defRPr>
            </a:lvl9pPr>
          </a:lstStyle>
          <a:p>
            <a:pPr>
              <a:defRPr/>
            </a:pPr>
            <a:r>
              <a:rPr lang="en-US" sz="1800" cap="none" dirty="0">
                <a:latin typeface="Times New Roman" panose="02020603050405020304" pitchFamily="18" charset="0"/>
                <a:cs typeface="Times New Roman" panose="02020603050405020304" pitchFamily="18" charset="0"/>
              </a:rPr>
              <a:t>let </a:t>
            </a:r>
            <a:r>
              <a:rPr lang="en-US" sz="1800" cap="none" dirty="0" err="1">
                <a:latin typeface="Times New Roman" panose="02020603050405020304" pitchFamily="18" charset="0"/>
                <a:cs typeface="Times New Roman" panose="02020603050405020304" pitchFamily="18" charset="0"/>
              </a:rPr>
              <a:t>vc</a:t>
            </a:r>
            <a:r>
              <a:rPr lang="en-US" sz="1800" cap="none" dirty="0">
                <a:latin typeface="Times New Roman" panose="02020603050405020304" pitchFamily="18" charset="0"/>
                <a:cs typeface="Times New Roman" panose="02020603050405020304" pitchFamily="18" charset="0"/>
              </a:rPr>
              <a:t>(0)=15v, find </a:t>
            </a:r>
            <a:r>
              <a:rPr lang="en-US" sz="1800" cap="none" dirty="0" err="1">
                <a:latin typeface="Times New Roman" panose="02020603050405020304" pitchFamily="18" charset="0"/>
                <a:cs typeface="Times New Roman" panose="02020603050405020304" pitchFamily="18" charset="0"/>
              </a:rPr>
              <a:t>vc</a:t>
            </a:r>
            <a:r>
              <a:rPr lang="en-US" sz="1800" cap="none" dirty="0">
                <a:latin typeface="Times New Roman" panose="02020603050405020304" pitchFamily="18" charset="0"/>
                <a:cs typeface="Times New Roman" panose="02020603050405020304" pitchFamily="18" charset="0"/>
              </a:rPr>
              <a:t>, </a:t>
            </a:r>
            <a:r>
              <a:rPr lang="en-US" sz="1800" cap="none" dirty="0" err="1">
                <a:latin typeface="Times New Roman" panose="02020603050405020304" pitchFamily="18" charset="0"/>
                <a:cs typeface="Times New Roman" panose="02020603050405020304" pitchFamily="18" charset="0"/>
              </a:rPr>
              <a:t>vx</a:t>
            </a:r>
            <a:r>
              <a:rPr lang="en-US" sz="1800" cap="none" dirty="0">
                <a:latin typeface="Times New Roman" panose="02020603050405020304" pitchFamily="18" charset="0"/>
                <a:cs typeface="Times New Roman" panose="02020603050405020304" pitchFamily="18" charset="0"/>
              </a:rPr>
              <a:t> and ix</a:t>
            </a:r>
            <a:endParaRPr lang="en-NG" sz="1800" cap="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650A-BBA0-7759-AA65-FF20398664BF}"/>
              </a:ext>
            </a:extLst>
          </p:cNvPr>
          <p:cNvSpPr>
            <a:spLocks noGrp="1"/>
          </p:cNvSpPr>
          <p:nvPr>
            <p:ph type="title"/>
          </p:nvPr>
        </p:nvSpPr>
        <p:spPr/>
        <p:txBody>
          <a:bodyPr/>
          <a:lstStyle/>
          <a:p>
            <a:pPr>
              <a:defRPr/>
            </a:pPr>
            <a:r>
              <a:rPr lang="en-US" dirty="0"/>
              <a:t>SOURCE FREE RL CIRCUITS</a:t>
            </a:r>
          </a:p>
        </p:txBody>
      </p:sp>
      <p:sp>
        <p:nvSpPr>
          <p:cNvPr id="72707" name="Content Placeholder 2">
            <a:extLst>
              <a:ext uri="{FF2B5EF4-FFF2-40B4-BE49-F238E27FC236}">
                <a16:creationId xmlns:a16="http://schemas.microsoft.com/office/drawing/2014/main" id="{04CB7686-3F53-4224-8365-9AEDFC348DF7}"/>
              </a:ext>
            </a:extLst>
          </p:cNvPr>
          <p:cNvSpPr>
            <a:spLocks noGrp="1"/>
          </p:cNvSpPr>
          <p:nvPr>
            <p:ph idx="1"/>
          </p:nvPr>
        </p:nvSpPr>
        <p:spPr/>
        <p:txBody>
          <a:bodyPr/>
          <a:lstStyle/>
          <a:p>
            <a:r>
              <a:rPr lang="en-US" altLang="en-US"/>
              <a:t>Consider the series connection of a resistor and an inductor, as shown in Figure</a:t>
            </a:r>
          </a:p>
        </p:txBody>
      </p:sp>
      <p:sp>
        <p:nvSpPr>
          <p:cNvPr id="72708" name="Slide Number Placeholder 4">
            <a:extLst>
              <a:ext uri="{FF2B5EF4-FFF2-40B4-BE49-F238E27FC236}">
                <a16:creationId xmlns:a16="http://schemas.microsoft.com/office/drawing/2014/main" id="{D5DDEC26-E97C-932F-F37F-028A6AAF244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5A18B49C-3B51-4C67-B2EB-1FF3C45AAF08}" type="slidenum">
              <a:rPr lang="en-US" altLang="en-US" sz="1200" smtClean="0">
                <a:solidFill>
                  <a:srgbClr val="D38E27"/>
                </a:solidFill>
              </a:rPr>
              <a:pPr>
                <a:spcBef>
                  <a:spcPct val="0"/>
                </a:spcBef>
                <a:buClrTx/>
                <a:buSzTx/>
                <a:buFontTx/>
                <a:buNone/>
              </a:pPr>
              <a:t>46</a:t>
            </a:fld>
            <a:endParaRPr lang="en-US" altLang="en-US" sz="1200">
              <a:solidFill>
                <a:srgbClr val="D38E27"/>
              </a:solidFill>
            </a:endParaRPr>
          </a:p>
        </p:txBody>
      </p:sp>
      <p:pic>
        <p:nvPicPr>
          <p:cNvPr id="72709" name="Picture 3">
            <a:extLst>
              <a:ext uri="{FF2B5EF4-FFF2-40B4-BE49-F238E27FC236}">
                <a16:creationId xmlns:a16="http://schemas.microsoft.com/office/drawing/2014/main" id="{DE0A9F0E-0B8C-AEB1-05C8-3D89C9536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805113"/>
            <a:ext cx="1995488" cy="199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5BA89-A306-0E1C-737D-08FD6DD2B820}"/>
              </a:ext>
            </a:extLst>
          </p:cNvPr>
          <p:cNvSpPr>
            <a:spLocks noGrp="1"/>
          </p:cNvSpPr>
          <p:nvPr>
            <p:ph type="title"/>
          </p:nvPr>
        </p:nvSpPr>
        <p:spPr/>
        <p:txBody>
          <a:bodyPr/>
          <a:lstStyle/>
          <a:p>
            <a:pPr>
              <a:defRPr/>
            </a:pPr>
            <a:r>
              <a:rPr lang="en-US" dirty="0"/>
              <a:t>SOURCE FREE RL CIRCUITS</a:t>
            </a:r>
          </a:p>
        </p:txBody>
      </p:sp>
      <p:sp>
        <p:nvSpPr>
          <p:cNvPr id="73731" name="Content Placeholder 2">
            <a:extLst>
              <a:ext uri="{FF2B5EF4-FFF2-40B4-BE49-F238E27FC236}">
                <a16:creationId xmlns:a16="http://schemas.microsoft.com/office/drawing/2014/main" id="{666BA33A-E066-723F-6B25-129245A1547A}"/>
              </a:ext>
            </a:extLst>
          </p:cNvPr>
          <p:cNvSpPr>
            <a:spLocks noGrp="1"/>
          </p:cNvSpPr>
          <p:nvPr>
            <p:ph idx="1"/>
          </p:nvPr>
        </p:nvSpPr>
        <p:spPr/>
        <p:txBody>
          <a:bodyPr/>
          <a:lstStyle/>
          <a:p>
            <a:pPr algn="just"/>
            <a:r>
              <a:rPr lang="en-US" altLang="en-US"/>
              <a:t>In order to determine the circuit response, which we will assume to be the current </a:t>
            </a:r>
            <a:r>
              <a:rPr lang="en-US" altLang="en-US" i="1"/>
              <a:t>i(t) through the inductor. Select the inductor </a:t>
            </a:r>
            <a:r>
              <a:rPr lang="en-US" altLang="en-US"/>
              <a:t>current as the response in order to take advantage of the idea that the inductor current cannot change instantaneously. </a:t>
            </a:r>
          </a:p>
          <a:p>
            <a:r>
              <a:rPr lang="en-US" altLang="en-US"/>
              <a:t>At </a:t>
            </a:r>
            <a:r>
              <a:rPr lang="en-US" altLang="en-US" i="1"/>
              <a:t>t = 0, we assume </a:t>
            </a:r>
            <a:r>
              <a:rPr lang="en-US" altLang="en-US"/>
              <a:t>that the inductor has an initial current </a:t>
            </a:r>
            <a:r>
              <a:rPr lang="en-US" altLang="en-US" i="1"/>
              <a:t>I</a:t>
            </a:r>
            <a:r>
              <a:rPr lang="en-US" altLang="en-US" sz="1800" i="1"/>
              <a:t>0</a:t>
            </a:r>
            <a:r>
              <a:rPr lang="en-US" altLang="en-US" i="1"/>
              <a:t>, or</a:t>
            </a:r>
            <a:endParaRPr lang="en-US" altLang="en-US"/>
          </a:p>
          <a:p>
            <a:endParaRPr lang="en-US" altLang="en-US"/>
          </a:p>
        </p:txBody>
      </p:sp>
      <p:sp>
        <p:nvSpPr>
          <p:cNvPr id="73732" name="Slide Number Placeholder 4">
            <a:extLst>
              <a:ext uri="{FF2B5EF4-FFF2-40B4-BE49-F238E27FC236}">
                <a16:creationId xmlns:a16="http://schemas.microsoft.com/office/drawing/2014/main" id="{A31A7C05-0EB7-2377-FCE0-01D4F515C04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01FE3AA8-D465-4CCE-9987-CEB7991A2785}" type="slidenum">
              <a:rPr lang="en-US" altLang="en-US" sz="1200" smtClean="0">
                <a:solidFill>
                  <a:srgbClr val="D38E27"/>
                </a:solidFill>
              </a:rPr>
              <a:pPr>
                <a:spcBef>
                  <a:spcPct val="0"/>
                </a:spcBef>
                <a:buClrTx/>
                <a:buSzTx/>
                <a:buFontTx/>
                <a:buNone/>
              </a:pPr>
              <a:t>47</a:t>
            </a:fld>
            <a:endParaRPr lang="en-US" altLang="en-US" sz="1200">
              <a:solidFill>
                <a:srgbClr val="D38E27"/>
              </a:solidFill>
            </a:endParaRPr>
          </a:p>
        </p:txBody>
      </p:sp>
      <p:pic>
        <p:nvPicPr>
          <p:cNvPr id="73733" name="Picture 2">
            <a:extLst>
              <a:ext uri="{FF2B5EF4-FFF2-40B4-BE49-F238E27FC236}">
                <a16:creationId xmlns:a16="http://schemas.microsoft.com/office/drawing/2014/main" id="{84836089-6031-E8A0-26FF-A9E1076D9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5715000"/>
            <a:ext cx="137160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35C76-6DEA-CD91-2238-371BB4A8BFB1}"/>
              </a:ext>
            </a:extLst>
          </p:cNvPr>
          <p:cNvSpPr>
            <a:spLocks noGrp="1"/>
          </p:cNvSpPr>
          <p:nvPr>
            <p:ph type="title"/>
          </p:nvPr>
        </p:nvSpPr>
        <p:spPr/>
        <p:txBody>
          <a:bodyPr/>
          <a:lstStyle/>
          <a:p>
            <a:pPr>
              <a:defRPr/>
            </a:pPr>
            <a:r>
              <a:rPr lang="en-US" dirty="0"/>
              <a:t>SOURCE FREE RL CIRCUITS</a:t>
            </a:r>
          </a:p>
        </p:txBody>
      </p:sp>
      <p:sp>
        <p:nvSpPr>
          <p:cNvPr id="74755" name="Content Placeholder 2">
            <a:extLst>
              <a:ext uri="{FF2B5EF4-FFF2-40B4-BE49-F238E27FC236}">
                <a16:creationId xmlns:a16="http://schemas.microsoft.com/office/drawing/2014/main" id="{9D7CE1A8-929B-C391-C926-1041EF7CE97E}"/>
              </a:ext>
            </a:extLst>
          </p:cNvPr>
          <p:cNvSpPr>
            <a:spLocks noGrp="1"/>
          </p:cNvSpPr>
          <p:nvPr>
            <p:ph idx="1"/>
          </p:nvPr>
        </p:nvSpPr>
        <p:spPr/>
        <p:txBody>
          <a:bodyPr/>
          <a:lstStyle/>
          <a:p>
            <a:r>
              <a:rPr lang="en-US" altLang="en-US"/>
              <a:t>Corresponding energy stored in inductor as</a:t>
            </a:r>
          </a:p>
          <a:p>
            <a:endParaRPr lang="en-US" altLang="en-US"/>
          </a:p>
          <a:p>
            <a:endParaRPr lang="en-US" altLang="en-US"/>
          </a:p>
          <a:p>
            <a:r>
              <a:rPr lang="en-US" altLang="en-US"/>
              <a:t>Apply KVL in the loop as,</a:t>
            </a:r>
          </a:p>
          <a:p>
            <a:endParaRPr lang="en-US" altLang="en-US"/>
          </a:p>
          <a:p>
            <a:r>
              <a:rPr lang="en-US" altLang="en-US"/>
              <a:t>But,                 So above equation becomes</a:t>
            </a:r>
          </a:p>
        </p:txBody>
      </p:sp>
      <p:sp>
        <p:nvSpPr>
          <p:cNvPr id="74756" name="Slide Number Placeholder 4">
            <a:extLst>
              <a:ext uri="{FF2B5EF4-FFF2-40B4-BE49-F238E27FC236}">
                <a16:creationId xmlns:a16="http://schemas.microsoft.com/office/drawing/2014/main" id="{7001754D-67AD-F3B8-B5A7-C9E5ADBD0E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E37C68BE-D1C9-4E93-A82F-008497099BF9}" type="slidenum">
              <a:rPr lang="en-US" altLang="en-US" sz="1200" smtClean="0">
                <a:solidFill>
                  <a:srgbClr val="D38E27"/>
                </a:solidFill>
              </a:rPr>
              <a:pPr>
                <a:spcBef>
                  <a:spcPct val="0"/>
                </a:spcBef>
                <a:buClrTx/>
                <a:buSzTx/>
                <a:buFontTx/>
                <a:buNone/>
              </a:pPr>
              <a:t>48</a:t>
            </a:fld>
            <a:endParaRPr lang="en-US" altLang="en-US" sz="1200">
              <a:solidFill>
                <a:srgbClr val="D38E27"/>
              </a:solidFill>
            </a:endParaRPr>
          </a:p>
        </p:txBody>
      </p:sp>
      <p:pic>
        <p:nvPicPr>
          <p:cNvPr id="74757" name="Picture 2">
            <a:extLst>
              <a:ext uri="{FF2B5EF4-FFF2-40B4-BE49-F238E27FC236}">
                <a16:creationId xmlns:a16="http://schemas.microsoft.com/office/drawing/2014/main" id="{AB109C6C-6DE5-0B2F-EED0-7477DB6D9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362200"/>
            <a:ext cx="16764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Picture 3">
            <a:extLst>
              <a:ext uri="{FF2B5EF4-FFF2-40B4-BE49-F238E27FC236}">
                <a16:creationId xmlns:a16="http://schemas.microsoft.com/office/drawing/2014/main" id="{E98EE13A-6B1B-7403-B515-86E5853DE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810000"/>
            <a:ext cx="1982788"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Picture 5">
            <a:extLst>
              <a:ext uri="{FF2B5EF4-FFF2-40B4-BE49-F238E27FC236}">
                <a16:creationId xmlns:a16="http://schemas.microsoft.com/office/drawing/2014/main" id="{3C52B890-B8A5-8759-B9F5-E5D85B95EC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495800"/>
            <a:ext cx="140176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0" name="Picture 6">
            <a:extLst>
              <a:ext uri="{FF2B5EF4-FFF2-40B4-BE49-F238E27FC236}">
                <a16:creationId xmlns:a16="http://schemas.microsoft.com/office/drawing/2014/main" id="{C8E2B11D-4837-11DE-099F-F0DBD4C5A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5029200"/>
            <a:ext cx="1543050"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7F00-4CF2-4453-5E50-339BE6A21350}"/>
              </a:ext>
            </a:extLst>
          </p:cNvPr>
          <p:cNvSpPr>
            <a:spLocks noGrp="1"/>
          </p:cNvSpPr>
          <p:nvPr>
            <p:ph type="title"/>
          </p:nvPr>
        </p:nvSpPr>
        <p:spPr/>
        <p:txBody>
          <a:bodyPr/>
          <a:lstStyle/>
          <a:p>
            <a:pPr>
              <a:defRPr/>
            </a:pPr>
            <a:r>
              <a:rPr lang="en-US" dirty="0"/>
              <a:t>SOURCE FREE RL CIRCUITS</a:t>
            </a:r>
          </a:p>
        </p:txBody>
      </p:sp>
      <p:sp>
        <p:nvSpPr>
          <p:cNvPr id="75779" name="Content Placeholder 2">
            <a:extLst>
              <a:ext uri="{FF2B5EF4-FFF2-40B4-BE49-F238E27FC236}">
                <a16:creationId xmlns:a16="http://schemas.microsoft.com/office/drawing/2014/main" id="{65EDFAC0-8B0C-56BE-3682-F41E6705F0B0}"/>
              </a:ext>
            </a:extLst>
          </p:cNvPr>
          <p:cNvSpPr>
            <a:spLocks noGrp="1"/>
          </p:cNvSpPr>
          <p:nvPr>
            <p:ph idx="1"/>
          </p:nvPr>
        </p:nvSpPr>
        <p:spPr>
          <a:xfrm>
            <a:off x="304800" y="1295400"/>
            <a:ext cx="8686800" cy="4525963"/>
          </a:xfrm>
        </p:spPr>
        <p:txBody>
          <a:bodyPr/>
          <a:lstStyle/>
          <a:p>
            <a:r>
              <a:rPr lang="en-US" altLang="en-US"/>
              <a:t>Rearranging and integrating terms gives</a:t>
            </a:r>
          </a:p>
          <a:p>
            <a:endParaRPr lang="en-US" altLang="en-US"/>
          </a:p>
          <a:p>
            <a:endParaRPr lang="en-US" altLang="en-US"/>
          </a:p>
          <a:p>
            <a:endParaRPr lang="en-US" altLang="en-US"/>
          </a:p>
          <a:p>
            <a:endParaRPr lang="en-US" altLang="en-US"/>
          </a:p>
          <a:p>
            <a:r>
              <a:rPr lang="en-US" altLang="en-US"/>
              <a:t>Taking the power of e we have</a:t>
            </a:r>
          </a:p>
          <a:p>
            <a:endParaRPr lang="en-US" altLang="en-US"/>
          </a:p>
          <a:p>
            <a:pPr algn="just"/>
            <a:r>
              <a:rPr lang="en-US" altLang="en-US"/>
              <a:t>This shows that the natural response of the </a:t>
            </a:r>
            <a:r>
              <a:rPr lang="en-US" altLang="en-US" i="1"/>
              <a:t>RL circuit is an exponential </a:t>
            </a:r>
            <a:r>
              <a:rPr lang="en-US" altLang="en-US"/>
              <a:t>decay of the initial current</a:t>
            </a:r>
          </a:p>
        </p:txBody>
      </p:sp>
      <p:sp>
        <p:nvSpPr>
          <p:cNvPr id="75780" name="Slide Number Placeholder 4">
            <a:extLst>
              <a:ext uri="{FF2B5EF4-FFF2-40B4-BE49-F238E27FC236}">
                <a16:creationId xmlns:a16="http://schemas.microsoft.com/office/drawing/2014/main" id="{80DFD31C-16EC-9C50-3CBE-E796DA2C21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E10F7DDE-3CAA-4C39-AE3F-8EF629C94266}" type="slidenum">
              <a:rPr lang="en-US" altLang="en-US" sz="1200" smtClean="0">
                <a:solidFill>
                  <a:srgbClr val="D38E27"/>
                </a:solidFill>
              </a:rPr>
              <a:pPr>
                <a:spcBef>
                  <a:spcPct val="0"/>
                </a:spcBef>
                <a:buClrTx/>
                <a:buSzTx/>
                <a:buFontTx/>
                <a:buNone/>
              </a:pPr>
              <a:t>49</a:t>
            </a:fld>
            <a:endParaRPr lang="en-US" altLang="en-US" sz="1200">
              <a:solidFill>
                <a:srgbClr val="D38E27"/>
              </a:solidFill>
            </a:endParaRPr>
          </a:p>
        </p:txBody>
      </p:sp>
      <p:pic>
        <p:nvPicPr>
          <p:cNvPr id="75781" name="Picture 2">
            <a:extLst>
              <a:ext uri="{FF2B5EF4-FFF2-40B4-BE49-F238E27FC236}">
                <a16:creationId xmlns:a16="http://schemas.microsoft.com/office/drawing/2014/main" id="{105AA19D-CFF8-3880-F076-889A2DCDD1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2150" y="1828800"/>
            <a:ext cx="25590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2" name="Picture 3">
            <a:extLst>
              <a:ext uri="{FF2B5EF4-FFF2-40B4-BE49-F238E27FC236}">
                <a16:creationId xmlns:a16="http://schemas.microsoft.com/office/drawing/2014/main" id="{1A3AB75C-C873-0645-5654-2AB9EE702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5663" y="2743200"/>
            <a:ext cx="4579937"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Picture 4">
            <a:extLst>
              <a:ext uri="{FF2B5EF4-FFF2-40B4-BE49-F238E27FC236}">
                <a16:creationId xmlns:a16="http://schemas.microsoft.com/office/drawing/2014/main" id="{6AA8DBA2-2B10-212C-142E-E2E46265A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4743450"/>
            <a:ext cx="192881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EDAE-CCBA-7724-CFF4-FD29653D7068}"/>
              </a:ext>
            </a:extLst>
          </p:cNvPr>
          <p:cNvSpPr>
            <a:spLocks noGrp="1"/>
          </p:cNvSpPr>
          <p:nvPr>
            <p:ph type="title"/>
          </p:nvPr>
        </p:nvSpPr>
        <p:spPr/>
        <p:txBody>
          <a:bodyPr/>
          <a:lstStyle/>
          <a:p>
            <a:pPr>
              <a:defRPr/>
            </a:pPr>
            <a:r>
              <a:rPr lang="en-US" dirty="0"/>
              <a:t>SOURCE FREE RL CIRCUITS</a:t>
            </a:r>
          </a:p>
        </p:txBody>
      </p:sp>
      <p:sp>
        <p:nvSpPr>
          <p:cNvPr id="76803" name="Slide Number Placeholder 4">
            <a:extLst>
              <a:ext uri="{FF2B5EF4-FFF2-40B4-BE49-F238E27FC236}">
                <a16:creationId xmlns:a16="http://schemas.microsoft.com/office/drawing/2014/main" id="{ACE4B910-34FF-84A8-6942-525F68E54B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5170BB4F-FBB4-4DC2-AC24-4EFAAD0B55C4}" type="slidenum">
              <a:rPr lang="en-US" altLang="en-US" sz="1200" smtClean="0">
                <a:solidFill>
                  <a:srgbClr val="D38E27"/>
                </a:solidFill>
              </a:rPr>
              <a:pPr>
                <a:spcBef>
                  <a:spcPct val="0"/>
                </a:spcBef>
                <a:buClrTx/>
                <a:buSzTx/>
                <a:buFontTx/>
                <a:buNone/>
              </a:pPr>
              <a:t>50</a:t>
            </a:fld>
            <a:endParaRPr lang="en-US" altLang="en-US" sz="1200">
              <a:solidFill>
                <a:srgbClr val="D38E27"/>
              </a:solidFill>
            </a:endParaRPr>
          </a:p>
        </p:txBody>
      </p:sp>
      <p:pic>
        <p:nvPicPr>
          <p:cNvPr id="76804" name="Picture 2">
            <a:extLst>
              <a:ext uri="{FF2B5EF4-FFF2-40B4-BE49-F238E27FC236}">
                <a16:creationId xmlns:a16="http://schemas.microsoft.com/office/drawing/2014/main" id="{5C1B2455-259A-1390-17BF-02FA73BD70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00400" y="2209800"/>
            <a:ext cx="2894013" cy="2755900"/>
          </a:xfrm>
          <a:noFill/>
        </p:spPr>
      </p:pic>
      <p:sp>
        <p:nvSpPr>
          <p:cNvPr id="76805" name="TextBox 6">
            <a:extLst>
              <a:ext uri="{FF2B5EF4-FFF2-40B4-BE49-F238E27FC236}">
                <a16:creationId xmlns:a16="http://schemas.microsoft.com/office/drawing/2014/main" id="{2A7A7C7E-AC34-6FE5-477B-89457912AFC2}"/>
              </a:ext>
            </a:extLst>
          </p:cNvPr>
          <p:cNvSpPr txBox="1">
            <a:spLocks noChangeArrowheads="1"/>
          </p:cNvSpPr>
          <p:nvPr/>
        </p:nvSpPr>
        <p:spPr bwMode="auto">
          <a:xfrm>
            <a:off x="914400" y="16764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1800">
                <a:solidFill>
                  <a:schemeClr val="tx1"/>
                </a:solidFill>
                <a:latin typeface="Arial" panose="020B0604020202020204" pitchFamily="34" charset="0"/>
              </a:rPr>
              <a:t>The current response of source free RL circuit is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012EF-1F33-C4D1-407B-CE1376A74AD9}"/>
              </a:ext>
            </a:extLst>
          </p:cNvPr>
          <p:cNvSpPr>
            <a:spLocks noGrp="1"/>
          </p:cNvSpPr>
          <p:nvPr>
            <p:ph type="title"/>
          </p:nvPr>
        </p:nvSpPr>
        <p:spPr/>
        <p:txBody>
          <a:bodyPr/>
          <a:lstStyle/>
          <a:p>
            <a:pPr>
              <a:defRPr/>
            </a:pPr>
            <a:r>
              <a:rPr lang="en-US" dirty="0"/>
              <a:t>SOURCE FREE RL CIRCUITS</a:t>
            </a:r>
          </a:p>
        </p:txBody>
      </p:sp>
      <p:sp>
        <p:nvSpPr>
          <p:cNvPr id="77827" name="Content Placeholder 2">
            <a:extLst>
              <a:ext uri="{FF2B5EF4-FFF2-40B4-BE49-F238E27FC236}">
                <a16:creationId xmlns:a16="http://schemas.microsoft.com/office/drawing/2014/main" id="{E77D3611-15AC-B84F-B56E-5E543322F013}"/>
              </a:ext>
            </a:extLst>
          </p:cNvPr>
          <p:cNvSpPr>
            <a:spLocks noGrp="1"/>
          </p:cNvSpPr>
          <p:nvPr>
            <p:ph idx="1"/>
          </p:nvPr>
        </p:nvSpPr>
        <p:spPr/>
        <p:txBody>
          <a:bodyPr/>
          <a:lstStyle/>
          <a:p>
            <a:pPr>
              <a:buFont typeface="Wingdings 2" panose="05020102010507070707" pitchFamily="18" charset="2"/>
              <a:buNone/>
            </a:pPr>
            <a:endParaRPr lang="en-US" altLang="en-US"/>
          </a:p>
          <a:p>
            <a:r>
              <a:rPr lang="en-US" altLang="en-US"/>
              <a:t>Voltage across the resistor can be find out as</a:t>
            </a:r>
          </a:p>
          <a:p>
            <a:endParaRPr lang="en-US" altLang="en-US"/>
          </a:p>
          <a:p>
            <a:r>
              <a:rPr lang="en-US" altLang="en-US"/>
              <a:t>Power dissipated across the resistor as </a:t>
            </a:r>
          </a:p>
          <a:p>
            <a:endParaRPr lang="en-US" altLang="en-US"/>
          </a:p>
          <a:p>
            <a:r>
              <a:rPr lang="en-US" altLang="en-US"/>
              <a:t>The energy absorbed by the resistor is </a:t>
            </a:r>
          </a:p>
        </p:txBody>
      </p:sp>
      <p:sp>
        <p:nvSpPr>
          <p:cNvPr id="77828" name="Slide Number Placeholder 4">
            <a:extLst>
              <a:ext uri="{FF2B5EF4-FFF2-40B4-BE49-F238E27FC236}">
                <a16:creationId xmlns:a16="http://schemas.microsoft.com/office/drawing/2014/main" id="{F902786C-CFEE-AE68-2C3D-24F09930C3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2D57C2B-DBBF-493A-911D-009D0FC90BB7}" type="slidenum">
              <a:rPr lang="en-US" altLang="en-US" sz="1200" smtClean="0">
                <a:solidFill>
                  <a:srgbClr val="D38E27"/>
                </a:solidFill>
              </a:rPr>
              <a:pPr>
                <a:spcBef>
                  <a:spcPct val="0"/>
                </a:spcBef>
                <a:buClrTx/>
                <a:buSzTx/>
                <a:buFontTx/>
                <a:buNone/>
              </a:pPr>
              <a:t>51</a:t>
            </a:fld>
            <a:endParaRPr lang="en-US" altLang="en-US" sz="1200">
              <a:solidFill>
                <a:srgbClr val="D38E27"/>
              </a:solidFill>
            </a:endParaRPr>
          </a:p>
        </p:txBody>
      </p:sp>
      <p:pic>
        <p:nvPicPr>
          <p:cNvPr id="77829" name="Picture 3">
            <a:extLst>
              <a:ext uri="{FF2B5EF4-FFF2-40B4-BE49-F238E27FC236}">
                <a16:creationId xmlns:a16="http://schemas.microsoft.com/office/drawing/2014/main" id="{0A94607E-6A05-E578-34D1-688741B9A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371600"/>
            <a:ext cx="18399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4">
            <a:extLst>
              <a:ext uri="{FF2B5EF4-FFF2-40B4-BE49-F238E27FC236}">
                <a16:creationId xmlns:a16="http://schemas.microsoft.com/office/drawing/2014/main" id="{B501B00B-D8F4-0492-BA60-326B61A7F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667000"/>
            <a:ext cx="276225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6">
            <a:extLst>
              <a:ext uri="{FF2B5EF4-FFF2-40B4-BE49-F238E27FC236}">
                <a16:creationId xmlns:a16="http://schemas.microsoft.com/office/drawing/2014/main" id="{A291335D-DB90-8EF5-89E9-040E22819F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5163" y="3810000"/>
            <a:ext cx="23574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2" name="Picture 7">
            <a:extLst>
              <a:ext uri="{FF2B5EF4-FFF2-40B4-BE49-F238E27FC236}">
                <a16:creationId xmlns:a16="http://schemas.microsoft.com/office/drawing/2014/main" id="{C9CE4968-95AD-FE5E-E33B-7A32C3A650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5181600"/>
            <a:ext cx="4343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6F9D2-4BEB-AC23-5717-A5E0FB4F60B9}"/>
              </a:ext>
            </a:extLst>
          </p:cNvPr>
          <p:cNvSpPr>
            <a:spLocks noGrp="1"/>
          </p:cNvSpPr>
          <p:nvPr>
            <p:ph type="title"/>
          </p:nvPr>
        </p:nvSpPr>
        <p:spPr/>
        <p:txBody>
          <a:bodyPr/>
          <a:lstStyle/>
          <a:p>
            <a:pPr>
              <a:defRPr/>
            </a:pPr>
            <a:r>
              <a:rPr lang="en-US" dirty="0"/>
              <a:t>example</a:t>
            </a:r>
            <a:endParaRPr lang="en-NG" dirty="0"/>
          </a:p>
        </p:txBody>
      </p:sp>
      <p:sp>
        <p:nvSpPr>
          <p:cNvPr id="78851" name="Slide Number Placeholder 3">
            <a:extLst>
              <a:ext uri="{FF2B5EF4-FFF2-40B4-BE49-F238E27FC236}">
                <a16:creationId xmlns:a16="http://schemas.microsoft.com/office/drawing/2014/main" id="{0B564F4D-8593-F4E1-C850-316CC401EC5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E99A57F0-0869-4CA3-96A9-FF6C08431B56}" type="slidenum">
              <a:rPr lang="en-US" altLang="en-US" sz="1200" smtClean="0">
                <a:solidFill>
                  <a:srgbClr val="D38E27"/>
                </a:solidFill>
              </a:rPr>
              <a:pPr>
                <a:spcBef>
                  <a:spcPct val="0"/>
                </a:spcBef>
                <a:buClrTx/>
                <a:buSzTx/>
                <a:buFontTx/>
                <a:buNone/>
              </a:pPr>
              <a:t>52</a:t>
            </a:fld>
            <a:endParaRPr lang="en-US" altLang="en-US" sz="1200">
              <a:solidFill>
                <a:srgbClr val="D38E27"/>
              </a:solidFill>
            </a:endParaRPr>
          </a:p>
        </p:txBody>
      </p:sp>
      <p:pic>
        <p:nvPicPr>
          <p:cNvPr id="78852" name="Picture 8">
            <a:extLst>
              <a:ext uri="{FF2B5EF4-FFF2-40B4-BE49-F238E27FC236}">
                <a16:creationId xmlns:a16="http://schemas.microsoft.com/office/drawing/2014/main" id="{5853462B-9ECB-8771-9BC8-73E9B7095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 y="1168400"/>
            <a:ext cx="1604963"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3" name="Picture 10">
            <a:extLst>
              <a:ext uri="{FF2B5EF4-FFF2-40B4-BE49-F238E27FC236}">
                <a16:creationId xmlns:a16="http://schemas.microsoft.com/office/drawing/2014/main" id="{59B68B4E-92E2-9B1F-E419-B977CD5979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0" y="1204913"/>
            <a:ext cx="194945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Picture 12">
            <a:extLst>
              <a:ext uri="{FF2B5EF4-FFF2-40B4-BE49-F238E27FC236}">
                <a16:creationId xmlns:a16="http://schemas.microsoft.com/office/drawing/2014/main" id="{C69F4808-DD7F-2E54-82BC-9F9E24FF45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588" y="2393950"/>
            <a:ext cx="4568825"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5" name="Picture 14">
            <a:extLst>
              <a:ext uri="{FF2B5EF4-FFF2-40B4-BE49-F238E27FC236}">
                <a16:creationId xmlns:a16="http://schemas.microsoft.com/office/drawing/2014/main" id="{1F96AF72-350D-BBA2-7A3D-8AB778FBDA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8525" y="3554413"/>
            <a:ext cx="36734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6" name="Picture 16">
            <a:extLst>
              <a:ext uri="{FF2B5EF4-FFF2-40B4-BE49-F238E27FC236}">
                <a16:creationId xmlns:a16="http://schemas.microsoft.com/office/drawing/2014/main" id="{3502B9F8-B7E9-1597-2EEC-8BDBCBA2CC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875" y="4251325"/>
            <a:ext cx="3298825"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7" name="Picture 18">
            <a:extLst>
              <a:ext uri="{FF2B5EF4-FFF2-40B4-BE49-F238E27FC236}">
                <a16:creationId xmlns:a16="http://schemas.microsoft.com/office/drawing/2014/main" id="{E48CF1EA-D6A6-2221-7122-9030CE296B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3075" y="603250"/>
            <a:ext cx="3236913"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8" name="Picture 20">
            <a:extLst>
              <a:ext uri="{FF2B5EF4-FFF2-40B4-BE49-F238E27FC236}">
                <a16:creationId xmlns:a16="http://schemas.microsoft.com/office/drawing/2014/main" id="{752679C1-C4CD-E14D-26B4-052D390804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9288" y="2198688"/>
            <a:ext cx="3255962" cy="242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9" name="Picture 22">
            <a:extLst>
              <a:ext uri="{FF2B5EF4-FFF2-40B4-BE49-F238E27FC236}">
                <a16:creationId xmlns:a16="http://schemas.microsoft.com/office/drawing/2014/main" id="{718BECB0-7510-8444-2BC2-579B25DA6E9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3588" y="5045075"/>
            <a:ext cx="3846512"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Arrow: Right 23">
            <a:extLst>
              <a:ext uri="{FF2B5EF4-FFF2-40B4-BE49-F238E27FC236}">
                <a16:creationId xmlns:a16="http://schemas.microsoft.com/office/drawing/2014/main" id="{3EF6FEF4-6B69-7245-4E91-40895C9FFBAC}"/>
              </a:ext>
            </a:extLst>
          </p:cNvPr>
          <p:cNvSpPr/>
          <p:nvPr/>
        </p:nvSpPr>
        <p:spPr>
          <a:xfrm>
            <a:off x="2487613" y="1524000"/>
            <a:ext cx="560387"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NG"/>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EBD94-3261-85F9-8E54-820A602C8287}"/>
              </a:ext>
            </a:extLst>
          </p:cNvPr>
          <p:cNvSpPr>
            <a:spLocks noGrp="1"/>
          </p:cNvSpPr>
          <p:nvPr>
            <p:ph type="title"/>
          </p:nvPr>
        </p:nvSpPr>
        <p:spPr/>
        <p:txBody>
          <a:bodyPr/>
          <a:lstStyle/>
          <a:p>
            <a:pPr>
              <a:defRPr/>
            </a:pPr>
            <a:r>
              <a:rPr lang="en-US" dirty="0"/>
              <a:t>Forced response of an RC circuit</a:t>
            </a:r>
          </a:p>
        </p:txBody>
      </p:sp>
      <p:sp>
        <p:nvSpPr>
          <p:cNvPr id="79875" name="Content Placeholder 2">
            <a:extLst>
              <a:ext uri="{FF2B5EF4-FFF2-40B4-BE49-F238E27FC236}">
                <a16:creationId xmlns:a16="http://schemas.microsoft.com/office/drawing/2014/main" id="{294CCB76-35F2-5FAE-1F65-9E9B714F14CB}"/>
              </a:ext>
            </a:extLst>
          </p:cNvPr>
          <p:cNvSpPr>
            <a:spLocks noGrp="1"/>
          </p:cNvSpPr>
          <p:nvPr>
            <p:ph idx="1"/>
          </p:nvPr>
        </p:nvSpPr>
        <p:spPr/>
        <p:txBody>
          <a:bodyPr/>
          <a:lstStyle/>
          <a:p>
            <a:pPr algn="just"/>
            <a:r>
              <a:rPr lang="en-US" altLang="en-US" sz="2800"/>
              <a:t>When the dc source of an </a:t>
            </a:r>
            <a:r>
              <a:rPr lang="en-US" altLang="en-US" sz="2800" i="1"/>
              <a:t>RC circuit is suddenly applied, the voltage </a:t>
            </a:r>
            <a:r>
              <a:rPr lang="en-US" altLang="en-US" sz="2800"/>
              <a:t>or current source can be modeled as a step function, and the response is known as a </a:t>
            </a:r>
            <a:r>
              <a:rPr lang="en-US" altLang="en-US" sz="2800" i="1"/>
              <a:t>step response.</a:t>
            </a:r>
          </a:p>
          <a:p>
            <a:pPr algn="just"/>
            <a:r>
              <a:rPr lang="en-US" altLang="en-US" sz="2800"/>
              <a:t>The step response of a circuit is its behavior when the excitation is the step function, which may be a voltage or a current source.</a:t>
            </a:r>
          </a:p>
        </p:txBody>
      </p:sp>
      <p:sp>
        <p:nvSpPr>
          <p:cNvPr id="79876" name="Slide Number Placeholder 4">
            <a:extLst>
              <a:ext uri="{FF2B5EF4-FFF2-40B4-BE49-F238E27FC236}">
                <a16:creationId xmlns:a16="http://schemas.microsoft.com/office/drawing/2014/main" id="{7698754A-C7F4-19E0-74E0-F2B725E986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9F57DFBD-48DB-4B1A-BB49-F933FF3D1B97}" type="slidenum">
              <a:rPr lang="en-US" altLang="en-US" sz="1200" smtClean="0">
                <a:solidFill>
                  <a:srgbClr val="D38E27"/>
                </a:solidFill>
              </a:rPr>
              <a:pPr>
                <a:spcBef>
                  <a:spcPct val="0"/>
                </a:spcBef>
                <a:buClrTx/>
                <a:buSzTx/>
                <a:buFontTx/>
                <a:buNone/>
              </a:pPr>
              <a:t>53</a:t>
            </a:fld>
            <a:endParaRPr lang="en-US" altLang="en-US" sz="1200">
              <a:solidFill>
                <a:srgbClr val="D38E27"/>
              </a:solidFill>
            </a:endParaRPr>
          </a:p>
        </p:txBody>
      </p:sp>
      <p:pic>
        <p:nvPicPr>
          <p:cNvPr id="79877" name="Picture 6">
            <a:extLst>
              <a:ext uri="{FF2B5EF4-FFF2-40B4-BE49-F238E27FC236}">
                <a16:creationId xmlns:a16="http://schemas.microsoft.com/office/drawing/2014/main" id="{85BC5AB6-DBB6-E204-65B3-8A666C317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695825"/>
            <a:ext cx="22860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8" name="Picture 7">
            <a:extLst>
              <a:ext uri="{FF2B5EF4-FFF2-40B4-BE49-F238E27FC236}">
                <a16:creationId xmlns:a16="http://schemas.microsoft.com/office/drawing/2014/main" id="{E4F80ADB-999A-A8D5-9F54-B856BCD37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860925"/>
            <a:ext cx="24384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DFE04-EB35-17E1-4601-5F7C1FBF943A}"/>
              </a:ext>
            </a:extLst>
          </p:cNvPr>
          <p:cNvSpPr>
            <a:spLocks noGrp="1"/>
          </p:cNvSpPr>
          <p:nvPr>
            <p:ph type="title"/>
          </p:nvPr>
        </p:nvSpPr>
        <p:spPr/>
        <p:txBody>
          <a:bodyPr/>
          <a:lstStyle/>
          <a:p>
            <a:pPr>
              <a:defRPr/>
            </a:pPr>
            <a:r>
              <a:rPr lang="en-US" dirty="0"/>
              <a:t>Forced response of an RC circuit</a:t>
            </a:r>
          </a:p>
        </p:txBody>
      </p:sp>
      <p:sp>
        <p:nvSpPr>
          <p:cNvPr id="80899" name="Content Placeholder 2">
            <a:extLst>
              <a:ext uri="{FF2B5EF4-FFF2-40B4-BE49-F238E27FC236}">
                <a16:creationId xmlns:a16="http://schemas.microsoft.com/office/drawing/2014/main" id="{4B0D6FA2-636A-0226-BA89-C5F4C9F613F8}"/>
              </a:ext>
            </a:extLst>
          </p:cNvPr>
          <p:cNvSpPr>
            <a:spLocks noGrp="1"/>
          </p:cNvSpPr>
          <p:nvPr>
            <p:ph idx="1"/>
          </p:nvPr>
        </p:nvSpPr>
        <p:spPr/>
        <p:txBody>
          <a:bodyPr/>
          <a:lstStyle/>
          <a:p>
            <a:pPr>
              <a:buFont typeface="Wingdings 2" panose="05020102010507070707" pitchFamily="18" charset="2"/>
              <a:buNone/>
            </a:pPr>
            <a:endParaRPr lang="en-US" altLang="en-US"/>
          </a:p>
          <a:p>
            <a:r>
              <a:rPr lang="en-US" altLang="en-US"/>
              <a:t>Where </a:t>
            </a:r>
            <a:r>
              <a:rPr lang="en-US" altLang="en-US" i="1"/>
              <a:t>v(0−) is the voltage across the capacitor just before switching and v(0+) is its voltage immediately after switching. Applying KCL, we have</a:t>
            </a:r>
          </a:p>
          <a:p>
            <a:endParaRPr lang="en-US" altLang="en-US" i="1"/>
          </a:p>
          <a:p>
            <a:endParaRPr lang="en-US" altLang="en-US" i="1"/>
          </a:p>
          <a:p>
            <a:r>
              <a:rPr lang="en-US" altLang="en-US"/>
              <a:t>where </a:t>
            </a:r>
            <a:r>
              <a:rPr lang="en-US" altLang="en-US" i="1"/>
              <a:t>v is the voltage across the capacitor. For t &gt; 0</a:t>
            </a:r>
            <a:endParaRPr lang="en-US" altLang="en-US"/>
          </a:p>
        </p:txBody>
      </p:sp>
      <p:sp>
        <p:nvSpPr>
          <p:cNvPr id="80900" name="Slide Number Placeholder 4">
            <a:extLst>
              <a:ext uri="{FF2B5EF4-FFF2-40B4-BE49-F238E27FC236}">
                <a16:creationId xmlns:a16="http://schemas.microsoft.com/office/drawing/2014/main" id="{A8A39C9D-2078-339E-75A2-79EF11291B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B46C3031-4D5A-4657-AE06-CC3E240E074E}" type="slidenum">
              <a:rPr lang="en-US" altLang="en-US" sz="1200" smtClean="0">
                <a:solidFill>
                  <a:srgbClr val="D38E27"/>
                </a:solidFill>
              </a:rPr>
              <a:pPr>
                <a:spcBef>
                  <a:spcPct val="0"/>
                </a:spcBef>
                <a:buClrTx/>
                <a:buSzTx/>
                <a:buFontTx/>
                <a:buNone/>
              </a:pPr>
              <a:t>54</a:t>
            </a:fld>
            <a:endParaRPr lang="en-US" altLang="en-US" sz="1200">
              <a:solidFill>
                <a:srgbClr val="D38E27"/>
              </a:solidFill>
            </a:endParaRPr>
          </a:p>
        </p:txBody>
      </p:sp>
      <p:pic>
        <p:nvPicPr>
          <p:cNvPr id="80901" name="Picture 3">
            <a:extLst>
              <a:ext uri="{FF2B5EF4-FFF2-40B4-BE49-F238E27FC236}">
                <a16:creationId xmlns:a16="http://schemas.microsoft.com/office/drawing/2014/main" id="{BC0AA382-C4DD-CED9-C035-8DB9272FE9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524000"/>
            <a:ext cx="213360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2" name="Picture 4">
            <a:extLst>
              <a:ext uri="{FF2B5EF4-FFF2-40B4-BE49-F238E27FC236}">
                <a16:creationId xmlns:a16="http://schemas.microsoft.com/office/drawing/2014/main" id="{8C2C20EE-F15B-EA36-C1B7-585CECCC34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733800"/>
            <a:ext cx="2433638"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AD41E-0EE0-5F1E-2C67-921DD05F43BD}"/>
              </a:ext>
            </a:extLst>
          </p:cNvPr>
          <p:cNvSpPr>
            <a:spLocks noGrp="1"/>
          </p:cNvSpPr>
          <p:nvPr>
            <p:ph type="title"/>
          </p:nvPr>
        </p:nvSpPr>
        <p:spPr/>
        <p:txBody>
          <a:bodyPr/>
          <a:lstStyle/>
          <a:p>
            <a:pPr>
              <a:defRPr/>
            </a:pPr>
            <a:r>
              <a:rPr lang="en-US" dirty="0"/>
              <a:t>Forced response of an RC circuit</a:t>
            </a:r>
          </a:p>
        </p:txBody>
      </p:sp>
      <p:sp>
        <p:nvSpPr>
          <p:cNvPr id="81923" name="Content Placeholder 2">
            <a:extLst>
              <a:ext uri="{FF2B5EF4-FFF2-40B4-BE49-F238E27FC236}">
                <a16:creationId xmlns:a16="http://schemas.microsoft.com/office/drawing/2014/main" id="{7040A678-D7B8-BDC7-AABB-1DB4DFA70972}"/>
              </a:ext>
            </a:extLst>
          </p:cNvPr>
          <p:cNvSpPr>
            <a:spLocks noGrp="1"/>
          </p:cNvSpPr>
          <p:nvPr>
            <p:ph idx="1"/>
          </p:nvPr>
        </p:nvSpPr>
        <p:spPr/>
        <p:txBody>
          <a:bodyPr/>
          <a:lstStyle/>
          <a:p>
            <a:endParaRPr lang="en-US" altLang="en-US"/>
          </a:p>
          <a:p>
            <a:endParaRPr lang="en-US" altLang="en-US"/>
          </a:p>
          <a:p>
            <a:endParaRPr lang="en-US" altLang="en-US"/>
          </a:p>
          <a:p>
            <a:r>
              <a:rPr lang="en-US" altLang="en-US"/>
              <a:t>Integrating both sides and introducing the initial conditions,</a:t>
            </a:r>
          </a:p>
        </p:txBody>
      </p:sp>
      <p:sp>
        <p:nvSpPr>
          <p:cNvPr id="81924" name="Slide Number Placeholder 4">
            <a:extLst>
              <a:ext uri="{FF2B5EF4-FFF2-40B4-BE49-F238E27FC236}">
                <a16:creationId xmlns:a16="http://schemas.microsoft.com/office/drawing/2014/main" id="{21C43401-FFBB-88B1-366C-6E584A1856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7CFD94F-442C-4232-B09F-1924BED8BE57}" type="slidenum">
              <a:rPr lang="en-US" altLang="en-US" sz="1200" smtClean="0">
                <a:solidFill>
                  <a:srgbClr val="D38E27"/>
                </a:solidFill>
              </a:rPr>
              <a:pPr>
                <a:spcBef>
                  <a:spcPct val="0"/>
                </a:spcBef>
                <a:buClrTx/>
                <a:buSzTx/>
                <a:buFontTx/>
                <a:buNone/>
              </a:pPr>
              <a:t>55</a:t>
            </a:fld>
            <a:endParaRPr lang="en-US" altLang="en-US" sz="1200">
              <a:solidFill>
                <a:srgbClr val="D38E27"/>
              </a:solidFill>
            </a:endParaRPr>
          </a:p>
        </p:txBody>
      </p:sp>
      <p:pic>
        <p:nvPicPr>
          <p:cNvPr id="81925" name="Picture 3">
            <a:extLst>
              <a:ext uri="{FF2B5EF4-FFF2-40B4-BE49-F238E27FC236}">
                <a16:creationId xmlns:a16="http://schemas.microsoft.com/office/drawing/2014/main" id="{9123D94F-0031-F365-15A2-5A588E0A5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447800"/>
            <a:ext cx="14620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6" name="Picture 4">
            <a:extLst>
              <a:ext uri="{FF2B5EF4-FFF2-40B4-BE49-F238E27FC236}">
                <a16:creationId xmlns:a16="http://schemas.microsoft.com/office/drawing/2014/main" id="{B273E24B-0ED4-5F38-485E-8C3B04E7D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495800"/>
            <a:ext cx="375285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9EE1-FCF2-4486-6F73-4662D38E5E10}"/>
              </a:ext>
            </a:extLst>
          </p:cNvPr>
          <p:cNvSpPr>
            <a:spLocks noGrp="1"/>
          </p:cNvSpPr>
          <p:nvPr>
            <p:ph type="title"/>
          </p:nvPr>
        </p:nvSpPr>
        <p:spPr/>
        <p:txBody>
          <a:bodyPr/>
          <a:lstStyle/>
          <a:p>
            <a:pPr>
              <a:defRPr/>
            </a:pPr>
            <a:r>
              <a:rPr lang="en-US" dirty="0"/>
              <a:t>Forced response of an RC circuit</a:t>
            </a:r>
          </a:p>
        </p:txBody>
      </p:sp>
      <p:sp>
        <p:nvSpPr>
          <p:cNvPr id="82947" name="Content Placeholder 2">
            <a:extLst>
              <a:ext uri="{FF2B5EF4-FFF2-40B4-BE49-F238E27FC236}">
                <a16:creationId xmlns:a16="http://schemas.microsoft.com/office/drawing/2014/main" id="{A38DAAFB-1CC6-4C53-C509-EE556D3A449D}"/>
              </a:ext>
            </a:extLst>
          </p:cNvPr>
          <p:cNvSpPr>
            <a:spLocks noGrp="1"/>
          </p:cNvSpPr>
          <p:nvPr>
            <p:ph idx="1"/>
          </p:nvPr>
        </p:nvSpPr>
        <p:spPr/>
        <p:txBody>
          <a:bodyPr/>
          <a:lstStyle/>
          <a:p>
            <a:r>
              <a:rPr lang="en-US" altLang="en-US"/>
              <a:t>Taking the exponential of both sides</a:t>
            </a:r>
          </a:p>
          <a:p>
            <a:endParaRPr lang="en-US" altLang="en-US"/>
          </a:p>
          <a:p>
            <a:endParaRPr lang="en-US" altLang="en-US"/>
          </a:p>
          <a:p>
            <a:endParaRPr lang="en-US" altLang="en-US"/>
          </a:p>
          <a:p>
            <a:r>
              <a:rPr lang="en-US" altLang="en-US"/>
              <a:t>Thus,</a:t>
            </a:r>
          </a:p>
        </p:txBody>
      </p:sp>
      <p:sp>
        <p:nvSpPr>
          <p:cNvPr id="82948" name="Slide Number Placeholder 4">
            <a:extLst>
              <a:ext uri="{FF2B5EF4-FFF2-40B4-BE49-F238E27FC236}">
                <a16:creationId xmlns:a16="http://schemas.microsoft.com/office/drawing/2014/main" id="{EA53997F-20CB-D68E-F690-DCFF877298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AB496A43-28F5-4849-8DB8-DB3E288E0F92}" type="slidenum">
              <a:rPr lang="en-US" altLang="en-US" sz="1200" smtClean="0">
                <a:solidFill>
                  <a:srgbClr val="D38E27"/>
                </a:solidFill>
              </a:rPr>
              <a:pPr>
                <a:spcBef>
                  <a:spcPct val="0"/>
                </a:spcBef>
                <a:buClrTx/>
                <a:buSzTx/>
                <a:buFontTx/>
                <a:buNone/>
              </a:pPr>
              <a:t>56</a:t>
            </a:fld>
            <a:endParaRPr lang="en-US" altLang="en-US" sz="1200">
              <a:solidFill>
                <a:srgbClr val="D38E27"/>
              </a:solidFill>
            </a:endParaRPr>
          </a:p>
        </p:txBody>
      </p:sp>
      <p:pic>
        <p:nvPicPr>
          <p:cNvPr id="82949" name="Picture 2">
            <a:extLst>
              <a:ext uri="{FF2B5EF4-FFF2-40B4-BE49-F238E27FC236}">
                <a16:creationId xmlns:a16="http://schemas.microsoft.com/office/drawing/2014/main" id="{9A9BCB6E-310D-20AB-3BF9-123CA69A7D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133600"/>
            <a:ext cx="3522663"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0" name="Picture 3">
            <a:extLst>
              <a:ext uri="{FF2B5EF4-FFF2-40B4-BE49-F238E27FC236}">
                <a16:creationId xmlns:a16="http://schemas.microsoft.com/office/drawing/2014/main" id="{AA069968-F6E6-2BEF-F0E0-DF84C0FFC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8975" y="4191000"/>
            <a:ext cx="309562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E22A-D25F-E856-6751-80003E6E9FDA}"/>
              </a:ext>
            </a:extLst>
          </p:cNvPr>
          <p:cNvSpPr>
            <a:spLocks noGrp="1"/>
          </p:cNvSpPr>
          <p:nvPr>
            <p:ph type="title"/>
          </p:nvPr>
        </p:nvSpPr>
        <p:spPr/>
        <p:txBody>
          <a:bodyPr/>
          <a:lstStyle/>
          <a:p>
            <a:pPr>
              <a:defRPr/>
            </a:pPr>
            <a:r>
              <a:rPr lang="en-US" dirty="0"/>
              <a:t>Forced response of an RC circuit</a:t>
            </a:r>
          </a:p>
        </p:txBody>
      </p:sp>
      <p:sp>
        <p:nvSpPr>
          <p:cNvPr id="83971" name="Content Placeholder 2">
            <a:extLst>
              <a:ext uri="{FF2B5EF4-FFF2-40B4-BE49-F238E27FC236}">
                <a16:creationId xmlns:a16="http://schemas.microsoft.com/office/drawing/2014/main" id="{DB854708-8656-D572-5793-A125B974FB00}"/>
              </a:ext>
            </a:extLst>
          </p:cNvPr>
          <p:cNvSpPr>
            <a:spLocks noGrp="1"/>
          </p:cNvSpPr>
          <p:nvPr>
            <p:ph idx="1"/>
          </p:nvPr>
        </p:nvSpPr>
        <p:spPr/>
        <p:txBody>
          <a:bodyPr/>
          <a:lstStyle/>
          <a:p>
            <a:r>
              <a:rPr lang="en-US" altLang="en-US" sz="2400"/>
              <a:t>This is known as the </a:t>
            </a:r>
            <a:r>
              <a:rPr lang="en-US" altLang="en-US" sz="2400" i="1"/>
              <a:t>complete response of the RC circuit to a sudden </a:t>
            </a:r>
            <a:r>
              <a:rPr lang="en-US" altLang="en-US" sz="2400"/>
              <a:t>application of a dc voltage source, assuming the capacitor is initially charged. Assuming that </a:t>
            </a:r>
            <a:r>
              <a:rPr lang="en-US" altLang="en-US" sz="2400" i="1"/>
              <a:t>Vs &gt; V</a:t>
            </a:r>
            <a:r>
              <a:rPr lang="en-US" altLang="en-US" sz="1400" i="1"/>
              <a:t>0</a:t>
            </a:r>
            <a:r>
              <a:rPr lang="en-US" altLang="en-US" sz="2400" i="1"/>
              <a:t>, a plot of v(t) is shown in Fig.</a:t>
            </a:r>
          </a:p>
          <a:p>
            <a:endParaRPr lang="en-US" altLang="en-US" sz="2400" i="1"/>
          </a:p>
          <a:p>
            <a:endParaRPr lang="en-US" altLang="en-US" sz="2400" i="1"/>
          </a:p>
          <a:p>
            <a:endParaRPr lang="en-US" altLang="en-US" sz="2400" i="1"/>
          </a:p>
          <a:p>
            <a:endParaRPr lang="en-US" altLang="en-US" sz="2400" i="1"/>
          </a:p>
          <a:p>
            <a:r>
              <a:rPr lang="en-US" altLang="en-US" sz="2000"/>
              <a:t>If we assume that the capacitor is uncharged initially, we set </a:t>
            </a:r>
            <a:r>
              <a:rPr lang="en-US" altLang="en-US" sz="2000" i="1"/>
              <a:t>V</a:t>
            </a:r>
            <a:r>
              <a:rPr lang="en-US" altLang="en-US" sz="1400" i="1"/>
              <a:t>0</a:t>
            </a:r>
            <a:r>
              <a:rPr lang="en-US" altLang="en-US" sz="2000" i="1"/>
              <a:t> = 0</a:t>
            </a:r>
            <a:endParaRPr lang="en-US" altLang="en-US" sz="2000"/>
          </a:p>
        </p:txBody>
      </p:sp>
      <p:sp>
        <p:nvSpPr>
          <p:cNvPr id="83972" name="Slide Number Placeholder 4">
            <a:extLst>
              <a:ext uri="{FF2B5EF4-FFF2-40B4-BE49-F238E27FC236}">
                <a16:creationId xmlns:a16="http://schemas.microsoft.com/office/drawing/2014/main" id="{0FCEFBFA-213E-0D65-A1FF-42A7028D8B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3092002-6A4E-474C-96BB-8EBCFB05FF2F}" type="slidenum">
              <a:rPr lang="en-US" altLang="en-US" sz="1200" smtClean="0">
                <a:solidFill>
                  <a:srgbClr val="D38E27"/>
                </a:solidFill>
              </a:rPr>
              <a:pPr>
                <a:spcBef>
                  <a:spcPct val="0"/>
                </a:spcBef>
                <a:buClrTx/>
                <a:buSzTx/>
                <a:buFontTx/>
                <a:buNone/>
              </a:pPr>
              <a:t>57</a:t>
            </a:fld>
            <a:endParaRPr lang="en-US" altLang="en-US" sz="1200">
              <a:solidFill>
                <a:srgbClr val="D38E27"/>
              </a:solidFill>
            </a:endParaRPr>
          </a:p>
        </p:txBody>
      </p:sp>
      <p:pic>
        <p:nvPicPr>
          <p:cNvPr id="83973" name="Picture 2">
            <a:extLst>
              <a:ext uri="{FF2B5EF4-FFF2-40B4-BE49-F238E27FC236}">
                <a16:creationId xmlns:a16="http://schemas.microsoft.com/office/drawing/2014/main" id="{14FA482C-5E3A-88BB-9162-705430183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667000"/>
            <a:ext cx="1928813"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4" name="Picture 4">
            <a:extLst>
              <a:ext uri="{FF2B5EF4-FFF2-40B4-BE49-F238E27FC236}">
                <a16:creationId xmlns:a16="http://schemas.microsoft.com/office/drawing/2014/main" id="{4C05C8EC-853F-D0F0-2724-156C67AEC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5257800"/>
            <a:ext cx="3287713"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2576-E2ED-EDD0-322C-3B67B054337E}"/>
              </a:ext>
            </a:extLst>
          </p:cNvPr>
          <p:cNvSpPr>
            <a:spLocks noGrp="1"/>
          </p:cNvSpPr>
          <p:nvPr>
            <p:ph type="title"/>
          </p:nvPr>
        </p:nvSpPr>
        <p:spPr/>
        <p:txBody>
          <a:bodyPr/>
          <a:lstStyle/>
          <a:p>
            <a:pPr>
              <a:defRPr/>
            </a:pPr>
            <a:r>
              <a:rPr lang="en-US" dirty="0"/>
              <a:t>Forced response of an RC circuit</a:t>
            </a:r>
          </a:p>
        </p:txBody>
      </p:sp>
      <p:sp>
        <p:nvSpPr>
          <p:cNvPr id="84995" name="Content Placeholder 2">
            <a:extLst>
              <a:ext uri="{FF2B5EF4-FFF2-40B4-BE49-F238E27FC236}">
                <a16:creationId xmlns:a16="http://schemas.microsoft.com/office/drawing/2014/main" id="{D604CD5A-F086-DEB8-9536-A7BDF439C174}"/>
              </a:ext>
            </a:extLst>
          </p:cNvPr>
          <p:cNvSpPr>
            <a:spLocks noGrp="1"/>
          </p:cNvSpPr>
          <p:nvPr>
            <p:ph idx="1"/>
          </p:nvPr>
        </p:nvSpPr>
        <p:spPr/>
        <p:txBody>
          <a:bodyPr/>
          <a:lstStyle/>
          <a:p>
            <a:r>
              <a:rPr lang="en-US" altLang="en-US"/>
              <a:t>This is the complete step response of the </a:t>
            </a:r>
            <a:r>
              <a:rPr lang="en-US" altLang="en-US" i="1"/>
              <a:t>RC circuit when the capacitor </a:t>
            </a:r>
            <a:r>
              <a:rPr lang="en-US" altLang="en-US"/>
              <a:t>is initially uncharged. The current through the capacitor is obtained from</a:t>
            </a:r>
          </a:p>
        </p:txBody>
      </p:sp>
      <p:sp>
        <p:nvSpPr>
          <p:cNvPr id="84996" name="Slide Number Placeholder 4">
            <a:extLst>
              <a:ext uri="{FF2B5EF4-FFF2-40B4-BE49-F238E27FC236}">
                <a16:creationId xmlns:a16="http://schemas.microsoft.com/office/drawing/2014/main" id="{BC9DB683-B9F6-841B-F048-18C6E074A0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2841C30-893C-4A70-B4E7-10F94A241AB8}" type="slidenum">
              <a:rPr lang="en-US" altLang="en-US" sz="1200" smtClean="0">
                <a:solidFill>
                  <a:srgbClr val="D38E27"/>
                </a:solidFill>
              </a:rPr>
              <a:pPr>
                <a:spcBef>
                  <a:spcPct val="0"/>
                </a:spcBef>
                <a:buClrTx/>
                <a:buSzTx/>
                <a:buFontTx/>
                <a:buNone/>
              </a:pPr>
              <a:t>58</a:t>
            </a:fld>
            <a:endParaRPr lang="en-US" altLang="en-US" sz="1200">
              <a:solidFill>
                <a:srgbClr val="D38E27"/>
              </a:solidFill>
            </a:endParaRPr>
          </a:p>
        </p:txBody>
      </p:sp>
      <p:pic>
        <p:nvPicPr>
          <p:cNvPr id="84997" name="Picture 2">
            <a:extLst>
              <a:ext uri="{FF2B5EF4-FFF2-40B4-BE49-F238E27FC236}">
                <a16:creationId xmlns:a16="http://schemas.microsoft.com/office/drawing/2014/main" id="{E37FA10A-C83B-6CB7-F689-6ACC1C0D23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124200"/>
            <a:ext cx="45307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807FF-8960-E16F-97C1-904BF78C8A58}"/>
              </a:ext>
            </a:extLst>
          </p:cNvPr>
          <p:cNvSpPr>
            <a:spLocks noGrp="1"/>
          </p:cNvSpPr>
          <p:nvPr>
            <p:ph type="title"/>
          </p:nvPr>
        </p:nvSpPr>
        <p:spPr/>
        <p:txBody>
          <a:bodyPr/>
          <a:lstStyle/>
          <a:p>
            <a:pPr>
              <a:defRPr/>
            </a:pPr>
            <a:r>
              <a:rPr lang="en-US" dirty="0"/>
              <a:t>Forced response of an RC circuit</a:t>
            </a:r>
          </a:p>
        </p:txBody>
      </p:sp>
      <p:sp>
        <p:nvSpPr>
          <p:cNvPr id="86019" name="Slide Number Placeholder 4">
            <a:extLst>
              <a:ext uri="{FF2B5EF4-FFF2-40B4-BE49-F238E27FC236}">
                <a16:creationId xmlns:a16="http://schemas.microsoft.com/office/drawing/2014/main" id="{6DF9D1F5-B8E9-B767-6A8D-283D75232DF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5475C150-E6BD-4F2D-9289-D057BAA083E0}" type="slidenum">
              <a:rPr lang="en-US" altLang="en-US" sz="1200" smtClean="0">
                <a:solidFill>
                  <a:srgbClr val="D38E27"/>
                </a:solidFill>
              </a:rPr>
              <a:pPr>
                <a:spcBef>
                  <a:spcPct val="0"/>
                </a:spcBef>
                <a:buClrTx/>
                <a:buSzTx/>
                <a:buFontTx/>
                <a:buNone/>
              </a:pPr>
              <a:t>59</a:t>
            </a:fld>
            <a:endParaRPr lang="en-US" altLang="en-US" sz="1200">
              <a:solidFill>
                <a:srgbClr val="D38E27"/>
              </a:solidFill>
            </a:endParaRPr>
          </a:p>
        </p:txBody>
      </p:sp>
      <p:pic>
        <p:nvPicPr>
          <p:cNvPr id="86020" name="Picture 2">
            <a:extLst>
              <a:ext uri="{FF2B5EF4-FFF2-40B4-BE49-F238E27FC236}">
                <a16:creationId xmlns:a16="http://schemas.microsoft.com/office/drawing/2014/main" id="{20ED3086-018B-F4D9-A24D-273CF82396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48302"/>
          <a:stretch>
            <a:fillRect/>
          </a:stretch>
        </p:blipFill>
        <p:spPr>
          <a:xfrm>
            <a:off x="1295400" y="1371600"/>
            <a:ext cx="1892300" cy="1905000"/>
          </a:xfrm>
          <a:noFill/>
        </p:spPr>
      </p:pic>
      <p:sp>
        <p:nvSpPr>
          <p:cNvPr id="86021" name="Rectangle 6">
            <a:extLst>
              <a:ext uri="{FF2B5EF4-FFF2-40B4-BE49-F238E27FC236}">
                <a16:creationId xmlns:a16="http://schemas.microsoft.com/office/drawing/2014/main" id="{3FBE86FC-5376-17CB-11B0-262DA67E9F1E}"/>
              </a:ext>
            </a:extLst>
          </p:cNvPr>
          <p:cNvSpPr>
            <a:spLocks noChangeArrowheads="1"/>
          </p:cNvSpPr>
          <p:nvPr/>
        </p:nvSpPr>
        <p:spPr bwMode="auto">
          <a:xfrm>
            <a:off x="609600" y="3352800"/>
            <a:ext cx="7924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1800" b="1">
                <a:solidFill>
                  <a:schemeClr val="tx1"/>
                </a:solidFill>
                <a:latin typeface="Arial" panose="020B0604020202020204" pitchFamily="34" charset="0"/>
              </a:rPr>
              <a:t>Step response of an </a:t>
            </a:r>
            <a:r>
              <a:rPr lang="en-US" altLang="en-US" sz="1800" b="1" i="1">
                <a:solidFill>
                  <a:schemeClr val="tx1"/>
                </a:solidFill>
                <a:latin typeface="Arial" panose="020B0604020202020204" pitchFamily="34" charset="0"/>
              </a:rPr>
              <a:t>RC circuit with initially uncharged </a:t>
            </a:r>
            <a:r>
              <a:rPr lang="en-US" altLang="en-US" sz="1800" b="1">
                <a:solidFill>
                  <a:schemeClr val="tx1"/>
                </a:solidFill>
                <a:latin typeface="Arial" panose="020B0604020202020204" pitchFamily="34" charset="0"/>
              </a:rPr>
              <a:t>capacitor:</a:t>
            </a:r>
          </a:p>
          <a:p>
            <a:pPr eaLnBrk="1" hangingPunct="1">
              <a:spcBef>
                <a:spcPct val="0"/>
              </a:spcBef>
              <a:buClrTx/>
              <a:buSzTx/>
              <a:buFontTx/>
              <a:buNone/>
            </a:pPr>
            <a:r>
              <a:rPr lang="en-US" altLang="en-US" sz="1800" b="1">
                <a:solidFill>
                  <a:schemeClr val="tx1"/>
                </a:solidFill>
                <a:latin typeface="Arial" panose="020B0604020202020204" pitchFamily="34" charset="0"/>
              </a:rPr>
              <a:t>                    (a) voltage response, (b) current response.</a:t>
            </a:r>
          </a:p>
        </p:txBody>
      </p:sp>
      <p:pic>
        <p:nvPicPr>
          <p:cNvPr id="86022" name="Picture 2">
            <a:extLst>
              <a:ext uri="{FF2B5EF4-FFF2-40B4-BE49-F238E27FC236}">
                <a16:creationId xmlns:a16="http://schemas.microsoft.com/office/drawing/2014/main" id="{9E84611B-E78B-C3A0-C7F0-3B7BECEB7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9631"/>
          <a:stretch>
            <a:fillRect/>
          </a:stretch>
        </p:blipFill>
        <p:spPr bwMode="auto">
          <a:xfrm>
            <a:off x="5715000" y="1420813"/>
            <a:ext cx="1892300"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3" name="Rectangle 8">
            <a:extLst>
              <a:ext uri="{FF2B5EF4-FFF2-40B4-BE49-F238E27FC236}">
                <a16:creationId xmlns:a16="http://schemas.microsoft.com/office/drawing/2014/main" id="{EB5DDAA1-50E5-A0A1-35E4-257D6CE497C9}"/>
              </a:ext>
            </a:extLst>
          </p:cNvPr>
          <p:cNvSpPr>
            <a:spLocks noChangeArrowheads="1"/>
          </p:cNvSpPr>
          <p:nvPr/>
        </p:nvSpPr>
        <p:spPr bwMode="auto">
          <a:xfrm>
            <a:off x="609600" y="4114800"/>
            <a:ext cx="7848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000" b="1">
                <a:solidFill>
                  <a:schemeClr val="tx1"/>
                </a:solidFill>
                <a:latin typeface="Arial" panose="020B0604020202020204" pitchFamily="34" charset="0"/>
              </a:rPr>
              <a:t>“ The natural response or transient response is the circuit’s temporary response that will die out with time “</a:t>
            </a:r>
          </a:p>
        </p:txBody>
      </p:sp>
      <p:sp>
        <p:nvSpPr>
          <p:cNvPr id="86024" name="Rectangle 9">
            <a:extLst>
              <a:ext uri="{FF2B5EF4-FFF2-40B4-BE49-F238E27FC236}">
                <a16:creationId xmlns:a16="http://schemas.microsoft.com/office/drawing/2014/main" id="{EEE66A4F-8666-C746-DE64-4431C20B3789}"/>
              </a:ext>
            </a:extLst>
          </p:cNvPr>
          <p:cNvSpPr>
            <a:spLocks noChangeArrowheads="1"/>
          </p:cNvSpPr>
          <p:nvPr/>
        </p:nvSpPr>
        <p:spPr bwMode="auto">
          <a:xfrm>
            <a:off x="609600" y="4953000"/>
            <a:ext cx="7620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000" b="1">
                <a:solidFill>
                  <a:schemeClr val="tx1"/>
                </a:solidFill>
                <a:latin typeface="Arial" panose="020B0604020202020204" pitchFamily="34" charset="0"/>
              </a:rPr>
              <a:t>“ The forced response or steady-state response is the behavior of the circuit a long time after an external excitation is applied “</a:t>
            </a:r>
          </a:p>
        </p:txBody>
      </p:sp>
      <p:sp>
        <p:nvSpPr>
          <p:cNvPr id="86025" name="Rectangle 10">
            <a:extLst>
              <a:ext uri="{FF2B5EF4-FFF2-40B4-BE49-F238E27FC236}">
                <a16:creationId xmlns:a16="http://schemas.microsoft.com/office/drawing/2014/main" id="{12A46D36-E322-9FD3-95C8-BF4EDE7C2FCA}"/>
              </a:ext>
            </a:extLst>
          </p:cNvPr>
          <p:cNvSpPr>
            <a:spLocks noChangeArrowheads="1"/>
          </p:cNvSpPr>
          <p:nvPr/>
        </p:nvSpPr>
        <p:spPr bwMode="auto">
          <a:xfrm>
            <a:off x="609600" y="60198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1800">
                <a:solidFill>
                  <a:schemeClr val="tx1"/>
                </a:solidFill>
                <a:latin typeface="Arial" panose="020B0604020202020204" pitchFamily="34" charset="0"/>
              </a:rPr>
              <a:t>The complete response of the circuit is the sum of the natural response</a:t>
            </a:r>
          </a:p>
          <a:p>
            <a:pPr eaLnBrk="1" hangingPunct="1">
              <a:spcBef>
                <a:spcPct val="0"/>
              </a:spcBef>
              <a:buClrTx/>
              <a:buSzTx/>
              <a:buFontTx/>
              <a:buNone/>
            </a:pPr>
            <a:r>
              <a:rPr lang="en-US" altLang="en-US" sz="1800">
                <a:solidFill>
                  <a:schemeClr val="tx1"/>
                </a:solidFill>
                <a:latin typeface="Arial" panose="020B0604020202020204" pitchFamily="34" charset="0"/>
              </a:rPr>
              <a:t>and the forced response.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664B-A121-D056-22B7-8B9CFCFD9624}"/>
              </a:ext>
            </a:extLst>
          </p:cNvPr>
          <p:cNvSpPr>
            <a:spLocks noGrp="1"/>
          </p:cNvSpPr>
          <p:nvPr>
            <p:ph type="title"/>
          </p:nvPr>
        </p:nvSpPr>
        <p:spPr/>
        <p:txBody>
          <a:bodyPr/>
          <a:lstStyle/>
          <a:p>
            <a:pPr>
              <a:defRPr/>
            </a:pPr>
            <a:r>
              <a:rPr lang="en-US" dirty="0"/>
              <a:t>Forced response of an RL circuit</a:t>
            </a:r>
          </a:p>
        </p:txBody>
      </p:sp>
      <p:sp>
        <p:nvSpPr>
          <p:cNvPr id="87043" name="Content Placeholder 2">
            <a:extLst>
              <a:ext uri="{FF2B5EF4-FFF2-40B4-BE49-F238E27FC236}">
                <a16:creationId xmlns:a16="http://schemas.microsoft.com/office/drawing/2014/main" id="{BBEA3927-F774-F298-372C-EAA2B6FCD32F}"/>
              </a:ext>
            </a:extLst>
          </p:cNvPr>
          <p:cNvSpPr>
            <a:spLocks noGrp="1"/>
          </p:cNvSpPr>
          <p:nvPr>
            <p:ph idx="1"/>
          </p:nvPr>
        </p:nvSpPr>
        <p:spPr/>
        <p:txBody>
          <a:bodyPr/>
          <a:lstStyle/>
          <a:p>
            <a:r>
              <a:rPr lang="en-US" altLang="en-US"/>
              <a:t>Let the response be the sum of the natural current and the forced current,</a:t>
            </a:r>
          </a:p>
          <a:p>
            <a:r>
              <a:rPr lang="en-US" altLang="en-US" i="1"/>
              <a:t>                            i = i</a:t>
            </a:r>
            <a:r>
              <a:rPr lang="en-US" altLang="en-US" sz="2000" i="1"/>
              <a:t>n</a:t>
            </a:r>
            <a:r>
              <a:rPr lang="en-US" altLang="en-US" i="1"/>
              <a:t> + i</a:t>
            </a:r>
            <a:r>
              <a:rPr lang="en-US" altLang="en-US" sz="1800" i="1"/>
              <a:t>f</a:t>
            </a:r>
          </a:p>
          <a:p>
            <a:endParaRPr lang="en-US" altLang="en-US" sz="1800" i="1"/>
          </a:p>
          <a:p>
            <a:endParaRPr lang="en-US" altLang="en-US" sz="1800" i="1"/>
          </a:p>
          <a:p>
            <a:endParaRPr lang="en-US" altLang="en-US" sz="1800" i="1"/>
          </a:p>
          <a:p>
            <a:endParaRPr lang="en-US" altLang="en-US" sz="1800" i="1"/>
          </a:p>
          <a:p>
            <a:endParaRPr lang="en-US" altLang="en-US" sz="1800" i="1"/>
          </a:p>
          <a:p>
            <a:endParaRPr lang="en-US" altLang="en-US" sz="1800" i="1"/>
          </a:p>
          <a:p>
            <a:r>
              <a:rPr lang="en-US" altLang="en-US" sz="2400"/>
              <a:t>We know that the natural response is always a decaying exponential, that is,</a:t>
            </a:r>
          </a:p>
        </p:txBody>
      </p:sp>
      <p:sp>
        <p:nvSpPr>
          <p:cNvPr id="87044" name="Slide Number Placeholder 4">
            <a:extLst>
              <a:ext uri="{FF2B5EF4-FFF2-40B4-BE49-F238E27FC236}">
                <a16:creationId xmlns:a16="http://schemas.microsoft.com/office/drawing/2014/main" id="{3322B218-882D-0A2C-E40D-B2206B0421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200B55E7-5031-4BAE-AC50-87595B312FD6}" type="slidenum">
              <a:rPr lang="en-US" altLang="en-US" sz="1200" smtClean="0">
                <a:solidFill>
                  <a:srgbClr val="D38E27"/>
                </a:solidFill>
              </a:rPr>
              <a:pPr>
                <a:spcBef>
                  <a:spcPct val="0"/>
                </a:spcBef>
                <a:buClrTx/>
                <a:buSzTx/>
                <a:buFontTx/>
                <a:buNone/>
              </a:pPr>
              <a:t>60</a:t>
            </a:fld>
            <a:endParaRPr lang="en-US" altLang="en-US" sz="1200">
              <a:solidFill>
                <a:srgbClr val="D38E27"/>
              </a:solidFill>
            </a:endParaRPr>
          </a:p>
        </p:txBody>
      </p:sp>
      <p:pic>
        <p:nvPicPr>
          <p:cNvPr id="87045" name="Picture 2">
            <a:extLst>
              <a:ext uri="{FF2B5EF4-FFF2-40B4-BE49-F238E27FC236}">
                <a16:creationId xmlns:a16="http://schemas.microsoft.com/office/drawing/2014/main" id="{D39EB8CB-1126-FAB9-E8E3-73452DE84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9879"/>
          <a:stretch>
            <a:fillRect/>
          </a:stretch>
        </p:blipFill>
        <p:spPr bwMode="auto">
          <a:xfrm>
            <a:off x="990600" y="3200400"/>
            <a:ext cx="2057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Picture 2">
            <a:extLst>
              <a:ext uri="{FF2B5EF4-FFF2-40B4-BE49-F238E27FC236}">
                <a16:creationId xmlns:a16="http://schemas.microsoft.com/office/drawing/2014/main" id="{F839957D-CAF6-E8BE-5672-05BE5D93F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121"/>
          <a:stretch>
            <a:fillRect/>
          </a:stretch>
        </p:blipFill>
        <p:spPr bwMode="auto">
          <a:xfrm>
            <a:off x="6172200" y="3124200"/>
            <a:ext cx="2057400"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7" name="Picture 3">
            <a:extLst>
              <a:ext uri="{FF2B5EF4-FFF2-40B4-BE49-F238E27FC236}">
                <a16:creationId xmlns:a16="http://schemas.microsoft.com/office/drawing/2014/main" id="{D0DDB97A-8337-34CE-A786-611C40FE52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5943600"/>
            <a:ext cx="296703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21B91-C4E5-4DC0-87A6-F4E44D706C40}"/>
              </a:ext>
            </a:extLst>
          </p:cNvPr>
          <p:cNvSpPr>
            <a:spLocks noGrp="1"/>
          </p:cNvSpPr>
          <p:nvPr>
            <p:ph type="title"/>
          </p:nvPr>
        </p:nvSpPr>
        <p:spPr/>
        <p:txBody>
          <a:bodyPr/>
          <a:lstStyle/>
          <a:p>
            <a:pPr>
              <a:defRPr/>
            </a:pPr>
            <a:r>
              <a:rPr lang="en-US" dirty="0"/>
              <a:t>Forced response of an RL circuit</a:t>
            </a:r>
          </a:p>
        </p:txBody>
      </p:sp>
      <p:sp>
        <p:nvSpPr>
          <p:cNvPr id="90115" name="Content Placeholder 2">
            <a:extLst>
              <a:ext uri="{FF2B5EF4-FFF2-40B4-BE49-F238E27FC236}">
                <a16:creationId xmlns:a16="http://schemas.microsoft.com/office/drawing/2014/main" id="{64B3D35E-2E93-0E12-3CCC-75347C459846}"/>
              </a:ext>
            </a:extLst>
          </p:cNvPr>
          <p:cNvSpPr>
            <a:spLocks noGrp="1" noRot="1" noChangeAspect="1" noMove="1" noResize="1" noEditPoints="1" noAdjustHandles="1" noChangeArrowheads="1" noChangeShapeType="1" noTextEdit="1"/>
          </p:cNvSpPr>
          <p:nvPr>
            <p:ph idx="1"/>
          </p:nvPr>
        </p:nvSpPr>
        <p:spPr>
          <a:blipFill>
            <a:blip r:embed="rId2"/>
            <a:stretch>
              <a:fillRect l="-702" t="-1617" r="-1053" b="-12534"/>
            </a:stretch>
          </a:blipFill>
        </p:spPr>
        <p:txBody>
          <a:bodyPr/>
          <a:lstStyle/>
          <a:p>
            <a:pPr>
              <a:defRPr/>
            </a:pPr>
            <a:r>
              <a:rPr lang="en-NG">
                <a:noFill/>
              </a:rPr>
              <a:t> </a:t>
            </a:r>
          </a:p>
        </p:txBody>
      </p:sp>
      <p:sp>
        <p:nvSpPr>
          <p:cNvPr id="88068" name="Slide Number Placeholder 4">
            <a:extLst>
              <a:ext uri="{FF2B5EF4-FFF2-40B4-BE49-F238E27FC236}">
                <a16:creationId xmlns:a16="http://schemas.microsoft.com/office/drawing/2014/main" id="{636ACB67-5D80-A49E-2DC8-2DC14A37BC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4774BCC7-A161-45C8-8951-D76F7D58D134}" type="slidenum">
              <a:rPr lang="en-US" altLang="en-US" sz="1200" smtClean="0">
                <a:solidFill>
                  <a:srgbClr val="D38E27"/>
                </a:solidFill>
              </a:rPr>
              <a:pPr>
                <a:spcBef>
                  <a:spcPct val="0"/>
                </a:spcBef>
                <a:buClrTx/>
                <a:buSzTx/>
                <a:buFontTx/>
                <a:buNone/>
              </a:pPr>
              <a:t>61</a:t>
            </a:fld>
            <a:endParaRPr lang="en-US" altLang="en-US" sz="1200">
              <a:solidFill>
                <a:srgbClr val="D38E27"/>
              </a:solidFill>
            </a:endParaRPr>
          </a:p>
        </p:txBody>
      </p:sp>
      <p:pic>
        <p:nvPicPr>
          <p:cNvPr id="88069" name="Picture 2">
            <a:extLst>
              <a:ext uri="{FF2B5EF4-FFF2-40B4-BE49-F238E27FC236}">
                <a16:creationId xmlns:a16="http://schemas.microsoft.com/office/drawing/2014/main" id="{E5FB80F8-CA8B-1FB2-65FE-47FD182B3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590800"/>
            <a:ext cx="11461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0" name="Picture 3">
            <a:extLst>
              <a:ext uri="{FF2B5EF4-FFF2-40B4-BE49-F238E27FC236}">
                <a16:creationId xmlns:a16="http://schemas.microsoft.com/office/drawing/2014/main" id="{81C0E2AC-09A4-D70D-32B1-FB9AB403F7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733800"/>
            <a:ext cx="23622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36CF-ED06-705C-FBE7-150D58CA4CBF}"/>
              </a:ext>
            </a:extLst>
          </p:cNvPr>
          <p:cNvSpPr>
            <a:spLocks noGrp="1"/>
          </p:cNvSpPr>
          <p:nvPr>
            <p:ph type="title"/>
          </p:nvPr>
        </p:nvSpPr>
        <p:spPr/>
        <p:txBody>
          <a:bodyPr/>
          <a:lstStyle/>
          <a:p>
            <a:pPr>
              <a:defRPr/>
            </a:pPr>
            <a:r>
              <a:rPr lang="en-US" dirty="0"/>
              <a:t>Forced response of an RL circuit</a:t>
            </a:r>
          </a:p>
        </p:txBody>
      </p:sp>
      <p:sp>
        <p:nvSpPr>
          <p:cNvPr id="91139" name="Content Placeholder 2">
            <a:extLst>
              <a:ext uri="{FF2B5EF4-FFF2-40B4-BE49-F238E27FC236}">
                <a16:creationId xmlns:a16="http://schemas.microsoft.com/office/drawing/2014/main" id="{4F3F8818-0385-D23C-28B7-A6CFF812244A}"/>
              </a:ext>
            </a:extLst>
          </p:cNvPr>
          <p:cNvSpPr>
            <a:spLocks noGrp="1"/>
          </p:cNvSpPr>
          <p:nvPr>
            <p:ph idx="1"/>
          </p:nvPr>
        </p:nvSpPr>
        <p:spPr/>
        <p:txBody>
          <a:bodyPr/>
          <a:lstStyle/>
          <a:p>
            <a:pPr>
              <a:buFont typeface="Wingdings 2" panose="05020102010507070707" pitchFamily="18" charset="2"/>
              <a:buNone/>
              <a:defRPr/>
            </a:pPr>
            <a:endParaRPr lang="en-US" altLang="en-US" dirty="0"/>
          </a:p>
          <a:p>
            <a:pPr>
              <a:defRPr/>
            </a:pPr>
            <a:r>
              <a:rPr lang="en-US" altLang="en-US" dirty="0"/>
              <a:t>Thus at </a:t>
            </a:r>
            <a:r>
              <a:rPr lang="en-US" altLang="en-US" i="1" dirty="0"/>
              <a:t>t = 0,</a:t>
            </a:r>
          </a:p>
          <a:p>
            <a:pPr>
              <a:defRPr/>
            </a:pPr>
            <a:endParaRPr lang="en-US" altLang="en-US" i="1" dirty="0"/>
          </a:p>
          <a:p>
            <a:pPr marL="0" indent="0">
              <a:buFont typeface="Wingdings 2" panose="05020102010507070707" pitchFamily="18" charset="2"/>
              <a:buNone/>
              <a:defRPr/>
            </a:pPr>
            <a:endParaRPr lang="en-US" altLang="en-US" i="1" dirty="0"/>
          </a:p>
          <a:p>
            <a:pPr>
              <a:defRPr/>
            </a:pPr>
            <a:endParaRPr lang="en-US" altLang="en-US" i="1" dirty="0"/>
          </a:p>
          <a:p>
            <a:pPr>
              <a:defRPr/>
            </a:pPr>
            <a:r>
              <a:rPr lang="en-US" altLang="en-US" i="1" dirty="0"/>
              <a:t>Submitting the value of A in I gives,</a:t>
            </a:r>
          </a:p>
          <a:p>
            <a:pPr>
              <a:buFont typeface="Wingdings 2" panose="05020102010507070707" pitchFamily="18" charset="2"/>
              <a:buNone/>
              <a:defRPr/>
            </a:pPr>
            <a:endParaRPr lang="en-US" altLang="en-US" i="1" dirty="0"/>
          </a:p>
          <a:p>
            <a:pPr>
              <a:defRPr/>
            </a:pPr>
            <a:r>
              <a:rPr lang="en-US" altLang="en-US" i="1" dirty="0"/>
              <a:t>This is the complete response of RL circuit </a:t>
            </a:r>
            <a:endParaRPr lang="en-US" altLang="en-US" dirty="0"/>
          </a:p>
        </p:txBody>
      </p:sp>
      <p:sp>
        <p:nvSpPr>
          <p:cNvPr id="89092" name="Slide Number Placeholder 4">
            <a:extLst>
              <a:ext uri="{FF2B5EF4-FFF2-40B4-BE49-F238E27FC236}">
                <a16:creationId xmlns:a16="http://schemas.microsoft.com/office/drawing/2014/main" id="{FDA232EB-295E-9966-67E2-8A0D4A9F73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728D8F24-4E0C-4D87-95CE-7006D9D28248}" type="slidenum">
              <a:rPr lang="en-US" altLang="en-US" sz="1200" smtClean="0">
                <a:solidFill>
                  <a:srgbClr val="D38E27"/>
                </a:solidFill>
              </a:rPr>
              <a:pPr>
                <a:spcBef>
                  <a:spcPct val="0"/>
                </a:spcBef>
                <a:buClrTx/>
                <a:buSzTx/>
                <a:buFontTx/>
                <a:buNone/>
              </a:pPr>
              <a:t>62</a:t>
            </a:fld>
            <a:endParaRPr lang="en-US" altLang="en-US" sz="1200">
              <a:solidFill>
                <a:srgbClr val="D38E27"/>
              </a:solidFill>
            </a:endParaRPr>
          </a:p>
        </p:txBody>
      </p:sp>
      <p:pic>
        <p:nvPicPr>
          <p:cNvPr id="89093" name="Picture 3">
            <a:extLst>
              <a:ext uri="{FF2B5EF4-FFF2-40B4-BE49-F238E27FC236}">
                <a16:creationId xmlns:a16="http://schemas.microsoft.com/office/drawing/2014/main" id="{AC88C9FD-D8FA-4446-AABC-77FF1F8B0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676400"/>
            <a:ext cx="21907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4">
            <a:extLst>
              <a:ext uri="{FF2B5EF4-FFF2-40B4-BE49-F238E27FC236}">
                <a16:creationId xmlns:a16="http://schemas.microsoft.com/office/drawing/2014/main" id="{0AA01E46-2415-8528-A4FB-E72BB0F4A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590800"/>
            <a:ext cx="1585913"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5" name="Picture 5">
            <a:extLst>
              <a:ext uri="{FF2B5EF4-FFF2-40B4-BE49-F238E27FC236}">
                <a16:creationId xmlns:a16="http://schemas.microsoft.com/office/drawing/2014/main" id="{9507EFE2-B6A7-3C5D-603A-3626006CE9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505200"/>
            <a:ext cx="14351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6" name="Picture 6">
            <a:extLst>
              <a:ext uri="{FF2B5EF4-FFF2-40B4-BE49-F238E27FC236}">
                <a16:creationId xmlns:a16="http://schemas.microsoft.com/office/drawing/2014/main" id="{8E9B2B4E-0C07-C4A7-DB50-4DEBC0666A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3363" y="5105400"/>
            <a:ext cx="309403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3">
            <a:extLst>
              <a:ext uri="{FF2B5EF4-FFF2-40B4-BE49-F238E27FC236}">
                <a16:creationId xmlns:a16="http://schemas.microsoft.com/office/drawing/2014/main" id="{33F65541-8EC7-BDBC-11BB-E3BAED0DBA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50151F9C-EC8C-49B9-954C-53F8AA2AB345}" type="slidenum">
              <a:rPr lang="en-US" altLang="en-US" sz="1200" smtClean="0">
                <a:solidFill>
                  <a:srgbClr val="D38E27"/>
                </a:solidFill>
              </a:rPr>
              <a:pPr>
                <a:spcBef>
                  <a:spcPct val="0"/>
                </a:spcBef>
                <a:buClrTx/>
                <a:buSzTx/>
                <a:buFontTx/>
                <a:buNone/>
              </a:pPr>
              <a:t>63</a:t>
            </a:fld>
            <a:endParaRPr lang="en-US" altLang="en-US" sz="1200">
              <a:solidFill>
                <a:srgbClr val="D38E27"/>
              </a:solidFill>
            </a:endParaRPr>
          </a:p>
        </p:txBody>
      </p:sp>
      <p:sp>
        <p:nvSpPr>
          <p:cNvPr id="5" name="Title 1">
            <a:extLst>
              <a:ext uri="{FF2B5EF4-FFF2-40B4-BE49-F238E27FC236}">
                <a16:creationId xmlns:a16="http://schemas.microsoft.com/office/drawing/2014/main" id="{2841C86E-1549-6A4F-70B3-D8C84E54C587}"/>
              </a:ext>
            </a:extLst>
          </p:cNvPr>
          <p:cNvSpPr>
            <a:spLocks noGrp="1"/>
          </p:cNvSpPr>
          <p:nvPr>
            <p:ph type="title"/>
          </p:nvPr>
        </p:nvSpPr>
        <p:spPr>
          <a:xfrm>
            <a:off x="457200" y="69056"/>
            <a:ext cx="8229600" cy="927100"/>
          </a:xfrm>
        </p:spPr>
        <p:txBody>
          <a:bodyPr/>
          <a:lstStyle/>
          <a:p>
            <a:pPr>
              <a:defRPr/>
            </a:pPr>
            <a:r>
              <a:rPr lang="en-US" dirty="0">
                <a:solidFill>
                  <a:schemeClr val="accent6">
                    <a:lumMod val="50000"/>
                  </a:schemeClr>
                </a:solidFill>
              </a:rPr>
              <a:t>What is second order?</a:t>
            </a:r>
          </a:p>
        </p:txBody>
      </p:sp>
      <p:sp>
        <p:nvSpPr>
          <p:cNvPr id="90116" name="Content Placeholder 2">
            <a:extLst>
              <a:ext uri="{FF2B5EF4-FFF2-40B4-BE49-F238E27FC236}">
                <a16:creationId xmlns:a16="http://schemas.microsoft.com/office/drawing/2014/main" id="{F97B94C1-1BA7-6818-CD42-810D554313D9}"/>
              </a:ext>
            </a:extLst>
          </p:cNvPr>
          <p:cNvSpPr txBox="1">
            <a:spLocks noChangeArrowheads="1"/>
          </p:cNvSpPr>
          <p:nvPr/>
        </p:nvSpPr>
        <p:spPr bwMode="auto">
          <a:xfrm>
            <a:off x="4648200" y="1600200"/>
            <a:ext cx="4038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r>
              <a:rPr lang="en-US" altLang="en-US">
                <a:solidFill>
                  <a:schemeClr val="tx1"/>
                </a:solidFill>
              </a:rPr>
              <a:t>Circuits containing two storage elements.</a:t>
            </a:r>
          </a:p>
          <a:p>
            <a:r>
              <a:rPr lang="en-US" altLang="en-US">
                <a:solidFill>
                  <a:schemeClr val="tx1"/>
                </a:solidFill>
              </a:rPr>
              <a:t>Second-order circuit may have </a:t>
            </a:r>
            <a:r>
              <a:rPr lang="en-US" altLang="en-US" b="1">
                <a:solidFill>
                  <a:schemeClr val="tx1"/>
                </a:solidFill>
              </a:rPr>
              <a:t>two storage elements </a:t>
            </a:r>
            <a:r>
              <a:rPr lang="en-US" altLang="en-US">
                <a:solidFill>
                  <a:schemeClr val="tx1"/>
                </a:solidFill>
              </a:rPr>
              <a:t>of </a:t>
            </a:r>
            <a:r>
              <a:rPr lang="en-US" altLang="en-US" b="1">
                <a:solidFill>
                  <a:schemeClr val="tx1"/>
                </a:solidFill>
              </a:rPr>
              <a:t>different type </a:t>
            </a:r>
            <a:r>
              <a:rPr lang="en-US" altLang="en-US">
                <a:solidFill>
                  <a:schemeClr val="tx1"/>
                </a:solidFill>
              </a:rPr>
              <a:t>or the </a:t>
            </a:r>
            <a:r>
              <a:rPr lang="en-US" altLang="en-US" b="1">
                <a:solidFill>
                  <a:schemeClr val="tx1"/>
                </a:solidFill>
              </a:rPr>
              <a:t>same type</a:t>
            </a:r>
          </a:p>
        </p:txBody>
      </p:sp>
      <p:pic>
        <p:nvPicPr>
          <p:cNvPr id="90117" name="Picture 2">
            <a:extLst>
              <a:ext uri="{FF2B5EF4-FFF2-40B4-BE49-F238E27FC236}">
                <a16:creationId xmlns:a16="http://schemas.microsoft.com/office/drawing/2014/main" id="{6334A3DF-AEE6-7BFF-B079-02272157BF9D}"/>
              </a:ext>
            </a:extLst>
          </p:cNvPr>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557338" y="1244600"/>
            <a:ext cx="1947862" cy="561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58FC4-DB38-E486-D02A-1C28B938CADE}"/>
              </a:ext>
            </a:extLst>
          </p:cNvPr>
          <p:cNvSpPr>
            <a:spLocks noGrp="1"/>
          </p:cNvSpPr>
          <p:nvPr>
            <p:ph type="title"/>
          </p:nvPr>
        </p:nvSpPr>
        <p:spPr/>
        <p:txBody>
          <a:bodyPr/>
          <a:lstStyle/>
          <a:p>
            <a:pPr>
              <a:defRPr/>
            </a:pPr>
            <a:r>
              <a:rPr lang="en-US" dirty="0"/>
              <a:t>SOURCE FREE SERIES RLC CIRCUITS</a:t>
            </a:r>
          </a:p>
        </p:txBody>
      </p:sp>
      <p:sp>
        <p:nvSpPr>
          <p:cNvPr id="91139" name="Content Placeholder 2">
            <a:extLst>
              <a:ext uri="{FF2B5EF4-FFF2-40B4-BE49-F238E27FC236}">
                <a16:creationId xmlns:a16="http://schemas.microsoft.com/office/drawing/2014/main" id="{670FEE59-16DE-DACB-7C4E-69205705150F}"/>
              </a:ext>
            </a:extLst>
          </p:cNvPr>
          <p:cNvSpPr>
            <a:spLocks noGrp="1"/>
          </p:cNvSpPr>
          <p:nvPr>
            <p:ph idx="1"/>
          </p:nvPr>
        </p:nvSpPr>
        <p:spPr/>
        <p:txBody>
          <a:bodyPr/>
          <a:lstStyle/>
          <a:p>
            <a:pPr algn="just"/>
            <a:r>
              <a:rPr lang="en-US" altLang="en-US"/>
              <a:t>Consider the series </a:t>
            </a:r>
            <a:r>
              <a:rPr lang="en-US" altLang="en-US" i="1"/>
              <a:t>RLC circuit shown in Figure. The circuit is </a:t>
            </a:r>
            <a:r>
              <a:rPr lang="en-US" altLang="en-US"/>
              <a:t>being excited by the energy initially stored in the capacitor and inductor.</a:t>
            </a:r>
          </a:p>
          <a:p>
            <a:pPr algn="just"/>
            <a:r>
              <a:rPr lang="en-US" altLang="en-US"/>
              <a:t>The energy is represented by the initial capacitor voltage </a:t>
            </a:r>
            <a:r>
              <a:rPr lang="en-US" altLang="en-US" i="1"/>
              <a:t>Vo and initial </a:t>
            </a:r>
            <a:r>
              <a:rPr lang="en-US" altLang="en-US"/>
              <a:t>inductor current </a:t>
            </a:r>
            <a:r>
              <a:rPr lang="en-US" altLang="en-US" i="1"/>
              <a:t>Io. Thus, at t = 0,</a:t>
            </a:r>
            <a:endParaRPr lang="en-US" altLang="en-US"/>
          </a:p>
        </p:txBody>
      </p:sp>
      <p:sp>
        <p:nvSpPr>
          <p:cNvPr id="91140" name="Slide Number Placeholder 4">
            <a:extLst>
              <a:ext uri="{FF2B5EF4-FFF2-40B4-BE49-F238E27FC236}">
                <a16:creationId xmlns:a16="http://schemas.microsoft.com/office/drawing/2014/main" id="{88D6F5AF-A468-801D-D76D-56DC0E4D844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4D25B87-970F-4ECA-970A-C10776D375F8}" type="slidenum">
              <a:rPr lang="en-US" altLang="en-US" sz="1200" smtClean="0">
                <a:solidFill>
                  <a:srgbClr val="D38E27"/>
                </a:solidFill>
              </a:rPr>
              <a:pPr>
                <a:spcBef>
                  <a:spcPct val="0"/>
                </a:spcBef>
                <a:buClrTx/>
                <a:buSzTx/>
                <a:buFontTx/>
                <a:buNone/>
              </a:pPr>
              <a:t>64</a:t>
            </a:fld>
            <a:endParaRPr lang="en-US" altLang="en-US" sz="1200">
              <a:solidFill>
                <a:srgbClr val="D38E27"/>
              </a:solidFill>
            </a:endParaRPr>
          </a:p>
        </p:txBody>
      </p:sp>
      <p:pic>
        <p:nvPicPr>
          <p:cNvPr id="91141" name="Picture 2">
            <a:extLst>
              <a:ext uri="{FF2B5EF4-FFF2-40B4-BE49-F238E27FC236}">
                <a16:creationId xmlns:a16="http://schemas.microsoft.com/office/drawing/2014/main" id="{093E8894-709D-46DB-EBC6-5DCB54426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343400"/>
            <a:ext cx="3033713"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2" name="Picture 3">
            <a:extLst>
              <a:ext uri="{FF2B5EF4-FFF2-40B4-BE49-F238E27FC236}">
                <a16:creationId xmlns:a16="http://schemas.microsoft.com/office/drawing/2014/main" id="{358865A5-8D93-A5CC-2240-E26AC987D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105400"/>
            <a:ext cx="2794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F737-FA33-8F24-68AA-893DE85BF9D7}"/>
              </a:ext>
            </a:extLst>
          </p:cNvPr>
          <p:cNvSpPr>
            <a:spLocks noGrp="1"/>
          </p:cNvSpPr>
          <p:nvPr>
            <p:ph type="title"/>
          </p:nvPr>
        </p:nvSpPr>
        <p:spPr/>
        <p:txBody>
          <a:bodyPr/>
          <a:lstStyle/>
          <a:p>
            <a:pPr>
              <a:defRPr/>
            </a:pPr>
            <a:r>
              <a:rPr lang="en-US" dirty="0"/>
              <a:t>SOURCE FREE SERIES RLC CIRCUITS</a:t>
            </a:r>
          </a:p>
        </p:txBody>
      </p:sp>
      <p:sp>
        <p:nvSpPr>
          <p:cNvPr id="92163" name="Content Placeholder 2">
            <a:extLst>
              <a:ext uri="{FF2B5EF4-FFF2-40B4-BE49-F238E27FC236}">
                <a16:creationId xmlns:a16="http://schemas.microsoft.com/office/drawing/2014/main" id="{63F5BA1F-AF87-D3F2-FF1B-CFD31347DFE0}"/>
              </a:ext>
            </a:extLst>
          </p:cNvPr>
          <p:cNvSpPr>
            <a:spLocks noGrp="1"/>
          </p:cNvSpPr>
          <p:nvPr>
            <p:ph idx="1"/>
          </p:nvPr>
        </p:nvSpPr>
        <p:spPr/>
        <p:txBody>
          <a:bodyPr/>
          <a:lstStyle/>
          <a:p>
            <a:r>
              <a:rPr lang="en-US" altLang="en-US"/>
              <a:t>Applying KVL around the loop,</a:t>
            </a:r>
          </a:p>
          <a:p>
            <a:endParaRPr lang="en-US" altLang="en-US"/>
          </a:p>
          <a:p>
            <a:r>
              <a:rPr lang="en-US" altLang="en-US"/>
              <a:t>To eliminate the integral, differentiate with respect to t.</a:t>
            </a:r>
          </a:p>
          <a:p>
            <a:endParaRPr lang="en-US" altLang="en-US"/>
          </a:p>
          <a:p>
            <a:r>
              <a:rPr lang="en-US" altLang="en-US"/>
              <a:t>This is a </a:t>
            </a:r>
            <a:r>
              <a:rPr lang="en-US" altLang="en-US" i="1"/>
              <a:t>second-order differential equation and is the reason for calling </a:t>
            </a:r>
            <a:r>
              <a:rPr lang="en-US" altLang="en-US"/>
              <a:t>the </a:t>
            </a:r>
            <a:r>
              <a:rPr lang="en-US" altLang="en-US" i="1"/>
              <a:t>RLC circuits in this chapter second-order circuits.</a:t>
            </a:r>
            <a:endParaRPr lang="en-US" altLang="en-US"/>
          </a:p>
        </p:txBody>
      </p:sp>
      <p:sp>
        <p:nvSpPr>
          <p:cNvPr id="92164" name="Slide Number Placeholder 4">
            <a:extLst>
              <a:ext uri="{FF2B5EF4-FFF2-40B4-BE49-F238E27FC236}">
                <a16:creationId xmlns:a16="http://schemas.microsoft.com/office/drawing/2014/main" id="{D3E4AB86-D545-A8EC-1CE9-4D20315338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78C019E7-4C01-42B6-971A-6E22755F26BF}" type="slidenum">
              <a:rPr lang="en-US" altLang="en-US" sz="1200" smtClean="0">
                <a:solidFill>
                  <a:srgbClr val="D38E27"/>
                </a:solidFill>
              </a:rPr>
              <a:pPr>
                <a:spcBef>
                  <a:spcPct val="0"/>
                </a:spcBef>
                <a:buClrTx/>
                <a:buSzTx/>
                <a:buFontTx/>
                <a:buNone/>
              </a:pPr>
              <a:t>65</a:t>
            </a:fld>
            <a:endParaRPr lang="en-US" altLang="en-US" sz="1200">
              <a:solidFill>
                <a:srgbClr val="D38E27"/>
              </a:solidFill>
            </a:endParaRPr>
          </a:p>
        </p:txBody>
      </p:sp>
      <p:pic>
        <p:nvPicPr>
          <p:cNvPr id="92165" name="Picture 2">
            <a:extLst>
              <a:ext uri="{FF2B5EF4-FFF2-40B4-BE49-F238E27FC236}">
                <a16:creationId xmlns:a16="http://schemas.microsoft.com/office/drawing/2014/main" id="{7E88CA5B-94D4-8FBA-D587-053C2AE9D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2133600"/>
            <a:ext cx="344011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6" name="Picture 3">
            <a:extLst>
              <a:ext uri="{FF2B5EF4-FFF2-40B4-BE49-F238E27FC236}">
                <a16:creationId xmlns:a16="http://schemas.microsoft.com/office/drawing/2014/main" id="{75D1456A-87B6-4684-5A26-912E3F996E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850" y="3533775"/>
            <a:ext cx="25971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F96F7-E5CA-28BD-1ED9-4D8A783F86C1}"/>
              </a:ext>
            </a:extLst>
          </p:cNvPr>
          <p:cNvSpPr>
            <a:spLocks noGrp="1"/>
          </p:cNvSpPr>
          <p:nvPr>
            <p:ph type="title"/>
          </p:nvPr>
        </p:nvSpPr>
        <p:spPr/>
        <p:txBody>
          <a:bodyPr/>
          <a:lstStyle/>
          <a:p>
            <a:pPr>
              <a:defRPr/>
            </a:pPr>
            <a:r>
              <a:rPr lang="en-US" dirty="0"/>
              <a:t>SOURCE FREE SERIES RLC CIRCUITS</a:t>
            </a:r>
          </a:p>
        </p:txBody>
      </p:sp>
      <p:sp>
        <p:nvSpPr>
          <p:cNvPr id="93187" name="Content Placeholder 2">
            <a:extLst>
              <a:ext uri="{FF2B5EF4-FFF2-40B4-BE49-F238E27FC236}">
                <a16:creationId xmlns:a16="http://schemas.microsoft.com/office/drawing/2014/main" id="{20D93BA5-19F0-A69C-48D8-98DE1346AB19}"/>
              </a:ext>
            </a:extLst>
          </p:cNvPr>
          <p:cNvSpPr>
            <a:spLocks noGrp="1"/>
          </p:cNvSpPr>
          <p:nvPr>
            <p:ph idx="1"/>
          </p:nvPr>
        </p:nvSpPr>
        <p:spPr>
          <a:xfrm>
            <a:off x="304800" y="1143000"/>
            <a:ext cx="8686800" cy="4525963"/>
          </a:xfrm>
        </p:spPr>
        <p:txBody>
          <a:bodyPr/>
          <a:lstStyle/>
          <a:p>
            <a:pPr algn="just"/>
            <a:r>
              <a:rPr lang="en-US" altLang="en-US"/>
              <a:t>To solve such a second-order differential equation requires that we have two initial conditions, such as the initial value of </a:t>
            </a:r>
            <a:r>
              <a:rPr lang="en-US" altLang="en-US" i="1"/>
              <a:t>i and its first </a:t>
            </a:r>
            <a:r>
              <a:rPr lang="en-US" altLang="en-US"/>
              <a:t>derivative or initial values of some </a:t>
            </a:r>
            <a:r>
              <a:rPr lang="en-US" altLang="en-US" i="1"/>
              <a:t>i and v.</a:t>
            </a:r>
          </a:p>
          <a:p>
            <a:pPr algn="just"/>
            <a:endParaRPr lang="en-US" altLang="en-US" i="1"/>
          </a:p>
          <a:p>
            <a:pPr algn="just"/>
            <a:endParaRPr lang="en-US" altLang="en-US" i="1"/>
          </a:p>
          <a:p>
            <a:pPr algn="just"/>
            <a:r>
              <a:rPr lang="en-US" altLang="en-US" i="1"/>
              <a:t>Let,</a:t>
            </a:r>
          </a:p>
          <a:p>
            <a:pPr algn="just"/>
            <a:endParaRPr lang="en-US" altLang="en-US" i="1"/>
          </a:p>
          <a:p>
            <a:pPr algn="just"/>
            <a:r>
              <a:rPr lang="en-US" altLang="en-US" i="1"/>
              <a:t>Put the value of i in 2nd order differential equation</a:t>
            </a:r>
            <a:endParaRPr lang="en-US" altLang="en-US"/>
          </a:p>
        </p:txBody>
      </p:sp>
      <p:sp>
        <p:nvSpPr>
          <p:cNvPr id="93188" name="Slide Number Placeholder 4">
            <a:extLst>
              <a:ext uri="{FF2B5EF4-FFF2-40B4-BE49-F238E27FC236}">
                <a16:creationId xmlns:a16="http://schemas.microsoft.com/office/drawing/2014/main" id="{FC67B4BF-9D29-DE27-F13F-8EDC9D18202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F59A0E95-2B59-4999-B5C3-9D2718729F95}" type="slidenum">
              <a:rPr lang="en-US" altLang="en-US" sz="1200" smtClean="0">
                <a:solidFill>
                  <a:srgbClr val="D38E27"/>
                </a:solidFill>
              </a:rPr>
              <a:pPr>
                <a:spcBef>
                  <a:spcPct val="0"/>
                </a:spcBef>
                <a:buClrTx/>
                <a:buSzTx/>
                <a:buFontTx/>
                <a:buNone/>
              </a:pPr>
              <a:t>66</a:t>
            </a:fld>
            <a:endParaRPr lang="en-US" altLang="en-US" sz="1200">
              <a:solidFill>
                <a:srgbClr val="D38E27"/>
              </a:solidFill>
            </a:endParaRPr>
          </a:p>
        </p:txBody>
      </p:sp>
      <p:pic>
        <p:nvPicPr>
          <p:cNvPr id="93189" name="Picture 2">
            <a:extLst>
              <a:ext uri="{FF2B5EF4-FFF2-40B4-BE49-F238E27FC236}">
                <a16:creationId xmlns:a16="http://schemas.microsoft.com/office/drawing/2014/main" id="{BA805532-FEDC-E788-BB24-D6E59505C0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25" y="3048000"/>
            <a:ext cx="30384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0" name="Picture 3">
            <a:extLst>
              <a:ext uri="{FF2B5EF4-FFF2-40B4-BE49-F238E27FC236}">
                <a16:creationId xmlns:a16="http://schemas.microsoft.com/office/drawing/2014/main" id="{01DB31B1-F589-A5F7-1594-50812406A9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4768850"/>
            <a:ext cx="10620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3CF23-3DEA-597D-9508-CDA82E2752E9}"/>
              </a:ext>
            </a:extLst>
          </p:cNvPr>
          <p:cNvSpPr>
            <a:spLocks noGrp="1"/>
          </p:cNvSpPr>
          <p:nvPr>
            <p:ph type="title"/>
          </p:nvPr>
        </p:nvSpPr>
        <p:spPr/>
        <p:txBody>
          <a:bodyPr/>
          <a:lstStyle/>
          <a:p>
            <a:pPr>
              <a:defRPr/>
            </a:pPr>
            <a:r>
              <a:rPr lang="en-US" dirty="0"/>
              <a:t>SOURCE FREE SERIES RLC CIRCUITS</a:t>
            </a:r>
          </a:p>
        </p:txBody>
      </p:sp>
      <p:sp>
        <p:nvSpPr>
          <p:cNvPr id="94211" name="Content Placeholder 2">
            <a:extLst>
              <a:ext uri="{FF2B5EF4-FFF2-40B4-BE49-F238E27FC236}">
                <a16:creationId xmlns:a16="http://schemas.microsoft.com/office/drawing/2014/main" id="{50225764-2A1E-8A3A-BDFC-E2F7C0B1ADD4}"/>
              </a:ext>
            </a:extLst>
          </p:cNvPr>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pPr algn="just"/>
            <a:r>
              <a:rPr lang="en-US" altLang="en-US"/>
              <a:t>Above quadratic equation is called the characteristics equation of 2</a:t>
            </a:r>
            <a:r>
              <a:rPr lang="en-US" altLang="en-US" baseline="30000"/>
              <a:t>nd</a:t>
            </a:r>
            <a:r>
              <a:rPr lang="en-US" altLang="en-US"/>
              <a:t> order differential equation. </a:t>
            </a:r>
          </a:p>
        </p:txBody>
      </p:sp>
      <p:sp>
        <p:nvSpPr>
          <p:cNvPr id="94212" name="Slide Number Placeholder 4">
            <a:extLst>
              <a:ext uri="{FF2B5EF4-FFF2-40B4-BE49-F238E27FC236}">
                <a16:creationId xmlns:a16="http://schemas.microsoft.com/office/drawing/2014/main" id="{5C057114-2368-C780-3B7E-8F4B63DD463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D47AC5D4-9B9B-461E-988D-E54C063AEF75}" type="slidenum">
              <a:rPr lang="en-US" altLang="en-US" sz="1200" smtClean="0">
                <a:solidFill>
                  <a:srgbClr val="D38E27"/>
                </a:solidFill>
              </a:rPr>
              <a:pPr>
                <a:spcBef>
                  <a:spcPct val="0"/>
                </a:spcBef>
                <a:buClrTx/>
                <a:buSzTx/>
                <a:buFontTx/>
                <a:buNone/>
              </a:pPr>
              <a:t>67</a:t>
            </a:fld>
            <a:endParaRPr lang="en-US" altLang="en-US" sz="1200">
              <a:solidFill>
                <a:srgbClr val="D38E27"/>
              </a:solidFill>
            </a:endParaRPr>
          </a:p>
        </p:txBody>
      </p:sp>
      <p:pic>
        <p:nvPicPr>
          <p:cNvPr id="94213" name="Picture 2">
            <a:extLst>
              <a:ext uri="{FF2B5EF4-FFF2-40B4-BE49-F238E27FC236}">
                <a16:creationId xmlns:a16="http://schemas.microsoft.com/office/drawing/2014/main" id="{AB38500B-36C2-10A3-3034-C52BBED3C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905000"/>
            <a:ext cx="3130550"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4" name="Picture 4">
            <a:extLst>
              <a:ext uri="{FF2B5EF4-FFF2-40B4-BE49-F238E27FC236}">
                <a16:creationId xmlns:a16="http://schemas.microsoft.com/office/drawing/2014/main" id="{2D520C20-A63F-9A3C-284E-6D1C6F92C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671888"/>
            <a:ext cx="214947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FE84C-2D40-A08B-F253-A4679948E58E}"/>
              </a:ext>
            </a:extLst>
          </p:cNvPr>
          <p:cNvSpPr>
            <a:spLocks noGrp="1"/>
          </p:cNvSpPr>
          <p:nvPr>
            <p:ph type="title"/>
          </p:nvPr>
        </p:nvSpPr>
        <p:spPr/>
        <p:txBody>
          <a:bodyPr/>
          <a:lstStyle/>
          <a:p>
            <a:pPr>
              <a:defRPr/>
            </a:pPr>
            <a:r>
              <a:rPr lang="en-US" dirty="0"/>
              <a:t>SOURCE FREE SERIES RLC CIRCUITS</a:t>
            </a:r>
          </a:p>
        </p:txBody>
      </p:sp>
      <p:sp>
        <p:nvSpPr>
          <p:cNvPr id="95235" name="Content Placeholder 2">
            <a:extLst>
              <a:ext uri="{FF2B5EF4-FFF2-40B4-BE49-F238E27FC236}">
                <a16:creationId xmlns:a16="http://schemas.microsoft.com/office/drawing/2014/main" id="{97607AA8-77C5-D618-2B11-A6AF955B1DBD}"/>
              </a:ext>
            </a:extLst>
          </p:cNvPr>
          <p:cNvSpPr>
            <a:spLocks noGrp="1"/>
          </p:cNvSpPr>
          <p:nvPr>
            <p:ph idx="1"/>
          </p:nvPr>
        </p:nvSpPr>
        <p:spPr/>
        <p:txBody>
          <a:bodyPr/>
          <a:lstStyle/>
          <a:p>
            <a:r>
              <a:rPr lang="en-US" altLang="en-US"/>
              <a:t>Solving quadratic equation gives</a:t>
            </a:r>
          </a:p>
          <a:p>
            <a:endParaRPr lang="en-US" altLang="en-US"/>
          </a:p>
          <a:p>
            <a:endParaRPr lang="en-US" altLang="en-US"/>
          </a:p>
          <a:p>
            <a:endParaRPr lang="en-US" altLang="en-US"/>
          </a:p>
          <a:p>
            <a:r>
              <a:rPr lang="en-US" altLang="en-US"/>
              <a:t>More simplified way to expressing the roots is </a:t>
            </a:r>
          </a:p>
          <a:p>
            <a:pPr>
              <a:buFont typeface="Wingdings 2" panose="05020102010507070707" pitchFamily="18" charset="2"/>
              <a:buNone/>
            </a:pPr>
            <a:endParaRPr lang="en-US" altLang="en-US"/>
          </a:p>
        </p:txBody>
      </p:sp>
      <p:sp>
        <p:nvSpPr>
          <p:cNvPr id="95236" name="Slide Number Placeholder 4">
            <a:extLst>
              <a:ext uri="{FF2B5EF4-FFF2-40B4-BE49-F238E27FC236}">
                <a16:creationId xmlns:a16="http://schemas.microsoft.com/office/drawing/2014/main" id="{E7D94782-7917-B50B-4B50-64E158ECD19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45EC2FE9-41E2-46EA-AA84-9CAC5DEED4C3}" type="slidenum">
              <a:rPr lang="en-US" altLang="en-US" sz="1200" smtClean="0">
                <a:solidFill>
                  <a:srgbClr val="D38E27"/>
                </a:solidFill>
              </a:rPr>
              <a:pPr>
                <a:spcBef>
                  <a:spcPct val="0"/>
                </a:spcBef>
                <a:buClrTx/>
                <a:buSzTx/>
                <a:buFontTx/>
                <a:buNone/>
              </a:pPr>
              <a:t>68</a:t>
            </a:fld>
            <a:endParaRPr lang="en-US" altLang="en-US" sz="1200">
              <a:solidFill>
                <a:srgbClr val="D38E27"/>
              </a:solidFill>
            </a:endParaRPr>
          </a:p>
        </p:txBody>
      </p:sp>
      <p:pic>
        <p:nvPicPr>
          <p:cNvPr id="95237" name="Picture 2">
            <a:extLst>
              <a:ext uri="{FF2B5EF4-FFF2-40B4-BE49-F238E27FC236}">
                <a16:creationId xmlns:a16="http://schemas.microsoft.com/office/drawing/2014/main" id="{D97C75DE-04CA-EB5E-CE9D-C11FE454A7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209800"/>
            <a:ext cx="3135313"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8" name="Picture 3">
            <a:extLst>
              <a:ext uri="{FF2B5EF4-FFF2-40B4-BE49-F238E27FC236}">
                <a16:creationId xmlns:a16="http://schemas.microsoft.com/office/drawing/2014/main" id="{0F1AE27E-8F63-6843-1B98-28200C36C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0063" y="4572000"/>
            <a:ext cx="54689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9" name="TextBox 8">
            <a:extLst>
              <a:ext uri="{FF2B5EF4-FFF2-40B4-BE49-F238E27FC236}">
                <a16:creationId xmlns:a16="http://schemas.microsoft.com/office/drawing/2014/main" id="{74BD2CA3-93E3-CBB0-D0A7-EC270316D7CE}"/>
              </a:ext>
            </a:extLst>
          </p:cNvPr>
          <p:cNvSpPr txBox="1">
            <a:spLocks noChangeArrowheads="1"/>
          </p:cNvSpPr>
          <p:nvPr/>
        </p:nvSpPr>
        <p:spPr bwMode="auto">
          <a:xfrm>
            <a:off x="609600" y="5562600"/>
            <a:ext cx="2743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1800">
                <a:solidFill>
                  <a:schemeClr val="tx1"/>
                </a:solidFill>
                <a:latin typeface="Arial" panose="020B0604020202020204" pitchFamily="34" charset="0"/>
              </a:rPr>
              <a:t>Where</a:t>
            </a:r>
          </a:p>
        </p:txBody>
      </p:sp>
      <p:pic>
        <p:nvPicPr>
          <p:cNvPr id="95240" name="Picture 9">
            <a:extLst>
              <a:ext uri="{FF2B5EF4-FFF2-40B4-BE49-F238E27FC236}">
                <a16:creationId xmlns:a16="http://schemas.microsoft.com/office/drawing/2014/main" id="{9CC31F6B-1917-7722-33E1-122D397E4F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0" y="5867400"/>
            <a:ext cx="27178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B968-CB60-A617-05A6-C4D7CCA23966}"/>
              </a:ext>
            </a:extLst>
          </p:cNvPr>
          <p:cNvSpPr>
            <a:spLocks noGrp="1"/>
          </p:cNvSpPr>
          <p:nvPr>
            <p:ph type="title"/>
          </p:nvPr>
        </p:nvSpPr>
        <p:spPr/>
        <p:txBody>
          <a:bodyPr/>
          <a:lstStyle/>
          <a:p>
            <a:pPr>
              <a:defRPr/>
            </a:pPr>
            <a:r>
              <a:rPr lang="en-US" dirty="0"/>
              <a:t>SOURCE FREE SERIES RLC CIRCUITS</a:t>
            </a:r>
          </a:p>
        </p:txBody>
      </p:sp>
      <p:sp>
        <p:nvSpPr>
          <p:cNvPr id="96259" name="Content Placeholder 2">
            <a:extLst>
              <a:ext uri="{FF2B5EF4-FFF2-40B4-BE49-F238E27FC236}">
                <a16:creationId xmlns:a16="http://schemas.microsoft.com/office/drawing/2014/main" id="{9ED748EE-F199-49D3-A32F-E7B2E287FFEE}"/>
              </a:ext>
            </a:extLst>
          </p:cNvPr>
          <p:cNvSpPr>
            <a:spLocks noGrp="1"/>
          </p:cNvSpPr>
          <p:nvPr>
            <p:ph idx="1"/>
          </p:nvPr>
        </p:nvSpPr>
        <p:spPr/>
        <p:txBody>
          <a:bodyPr/>
          <a:lstStyle/>
          <a:p>
            <a:pPr algn="just"/>
            <a:r>
              <a:rPr lang="en-US" altLang="en-US"/>
              <a:t>The roots </a:t>
            </a:r>
            <a:r>
              <a:rPr lang="en-US" altLang="en-US" i="1"/>
              <a:t>s1 and s2 are called natural frequencies, measured in </a:t>
            </a:r>
            <a:r>
              <a:rPr lang="en-US" altLang="en-US"/>
              <a:t>nepers per second (Np/s), because they are associated with the natural response of the circuit; </a:t>
            </a:r>
            <a:r>
              <a:rPr lang="en-US" altLang="en-US" i="1"/>
              <a:t>ω0 is known as the resonant frequency or strictly as </a:t>
            </a:r>
            <a:r>
              <a:rPr lang="en-US" altLang="en-US"/>
              <a:t>the </a:t>
            </a:r>
            <a:r>
              <a:rPr lang="en-US" altLang="en-US" i="1"/>
              <a:t>undamped natural frequency, expressed in radians per second (rad/s); </a:t>
            </a:r>
            <a:r>
              <a:rPr lang="en-US" altLang="en-US"/>
              <a:t>and </a:t>
            </a:r>
            <a:r>
              <a:rPr lang="en-US" altLang="en-US" i="1"/>
              <a:t>α is the neper frequency or the damping factor, expressed in nepers </a:t>
            </a:r>
            <a:r>
              <a:rPr lang="en-US" altLang="en-US"/>
              <a:t>per second. </a:t>
            </a:r>
          </a:p>
        </p:txBody>
      </p:sp>
      <p:sp>
        <p:nvSpPr>
          <p:cNvPr id="96260" name="Slide Number Placeholder 4">
            <a:extLst>
              <a:ext uri="{FF2B5EF4-FFF2-40B4-BE49-F238E27FC236}">
                <a16:creationId xmlns:a16="http://schemas.microsoft.com/office/drawing/2014/main" id="{D30BAC63-9C60-0A26-D243-14554C60A48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ED08B8B-4420-4CFF-A4AF-189D021E38B0}" type="slidenum">
              <a:rPr lang="en-US" altLang="en-US" sz="1200" smtClean="0">
                <a:solidFill>
                  <a:srgbClr val="D38E27"/>
                </a:solidFill>
              </a:rPr>
              <a:pPr>
                <a:spcBef>
                  <a:spcPct val="0"/>
                </a:spcBef>
                <a:buClrTx/>
                <a:buSzTx/>
                <a:buFontTx/>
                <a:buNone/>
              </a:pPr>
              <a:t>69</a:t>
            </a:fld>
            <a:endParaRPr lang="en-US" altLang="en-US" sz="1200">
              <a:solidFill>
                <a:srgbClr val="D38E27"/>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F621-02D5-C05A-E1CC-A615EB776AE8}"/>
              </a:ext>
            </a:extLst>
          </p:cNvPr>
          <p:cNvSpPr>
            <a:spLocks noGrp="1"/>
          </p:cNvSpPr>
          <p:nvPr>
            <p:ph type="title"/>
          </p:nvPr>
        </p:nvSpPr>
        <p:spPr/>
        <p:txBody>
          <a:bodyPr/>
          <a:lstStyle/>
          <a:p>
            <a:pPr>
              <a:defRPr/>
            </a:pPr>
            <a:r>
              <a:rPr lang="en-US" dirty="0"/>
              <a:t>SOURCE FREE SERIES RLC CIRCUITS</a:t>
            </a:r>
          </a:p>
        </p:txBody>
      </p:sp>
      <p:sp>
        <p:nvSpPr>
          <p:cNvPr id="97283" name="Content Placeholder 2">
            <a:extLst>
              <a:ext uri="{FF2B5EF4-FFF2-40B4-BE49-F238E27FC236}">
                <a16:creationId xmlns:a16="http://schemas.microsoft.com/office/drawing/2014/main" id="{CD8FDAA3-FF93-60C6-112D-8009CCFF79E9}"/>
              </a:ext>
            </a:extLst>
          </p:cNvPr>
          <p:cNvSpPr>
            <a:spLocks noGrp="1"/>
          </p:cNvSpPr>
          <p:nvPr>
            <p:ph idx="1"/>
          </p:nvPr>
        </p:nvSpPr>
        <p:spPr/>
        <p:txBody>
          <a:bodyPr/>
          <a:lstStyle/>
          <a:p>
            <a:r>
              <a:rPr lang="en-US" altLang="en-US"/>
              <a:t>In terms of </a:t>
            </a:r>
            <a:r>
              <a:rPr lang="en-US" altLang="en-US" i="1"/>
              <a:t>α and ω0, Eq.  can be written as</a:t>
            </a:r>
          </a:p>
          <a:p>
            <a:endParaRPr lang="en-US" altLang="en-US" i="1"/>
          </a:p>
          <a:p>
            <a:endParaRPr lang="en-US" altLang="en-US" i="1"/>
          </a:p>
          <a:p>
            <a:endParaRPr lang="en-US" altLang="en-US" i="1"/>
          </a:p>
          <a:p>
            <a:r>
              <a:rPr lang="en-US" altLang="en-US" i="1"/>
              <a:t>Therefore complete response will be</a:t>
            </a:r>
            <a:endParaRPr lang="en-US" altLang="en-US"/>
          </a:p>
        </p:txBody>
      </p:sp>
      <p:sp>
        <p:nvSpPr>
          <p:cNvPr id="97284" name="Slide Number Placeholder 4">
            <a:extLst>
              <a:ext uri="{FF2B5EF4-FFF2-40B4-BE49-F238E27FC236}">
                <a16:creationId xmlns:a16="http://schemas.microsoft.com/office/drawing/2014/main" id="{8E075CBB-84A0-F74E-BD4F-380E8145A8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76A1E2E0-03EB-4DCF-97DB-53074075860B}" type="slidenum">
              <a:rPr lang="en-US" altLang="en-US" sz="1200" smtClean="0">
                <a:solidFill>
                  <a:srgbClr val="D38E27"/>
                </a:solidFill>
              </a:rPr>
              <a:pPr>
                <a:spcBef>
                  <a:spcPct val="0"/>
                </a:spcBef>
                <a:buClrTx/>
                <a:buSzTx/>
                <a:buFontTx/>
                <a:buNone/>
              </a:pPr>
              <a:t>70</a:t>
            </a:fld>
            <a:endParaRPr lang="en-US" altLang="en-US" sz="1200">
              <a:solidFill>
                <a:srgbClr val="D38E27"/>
              </a:solidFill>
            </a:endParaRPr>
          </a:p>
        </p:txBody>
      </p:sp>
      <p:pic>
        <p:nvPicPr>
          <p:cNvPr id="97285" name="Picture 2">
            <a:extLst>
              <a:ext uri="{FF2B5EF4-FFF2-40B4-BE49-F238E27FC236}">
                <a16:creationId xmlns:a16="http://schemas.microsoft.com/office/drawing/2014/main" id="{5F78A717-4D7C-CD2D-221B-6B16139933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7338" y="2209800"/>
            <a:ext cx="319246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3">
            <a:extLst>
              <a:ext uri="{FF2B5EF4-FFF2-40B4-BE49-F238E27FC236}">
                <a16:creationId xmlns:a16="http://schemas.microsoft.com/office/drawing/2014/main" id="{913CED37-0E97-16E4-4635-FE795D6036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971800"/>
            <a:ext cx="301783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7" name="Picture 4">
            <a:extLst>
              <a:ext uri="{FF2B5EF4-FFF2-40B4-BE49-F238E27FC236}">
                <a16:creationId xmlns:a16="http://schemas.microsoft.com/office/drawing/2014/main" id="{AD0B3393-4AA4-3109-A9CF-2B825E1360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5720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14E75-1743-26C6-648B-21F436F5DAE8}"/>
              </a:ext>
            </a:extLst>
          </p:cNvPr>
          <p:cNvSpPr>
            <a:spLocks noGrp="1"/>
          </p:cNvSpPr>
          <p:nvPr>
            <p:ph type="title"/>
          </p:nvPr>
        </p:nvSpPr>
        <p:spPr/>
        <p:txBody>
          <a:bodyPr/>
          <a:lstStyle/>
          <a:p>
            <a:pPr>
              <a:defRPr/>
            </a:pPr>
            <a:r>
              <a:rPr lang="en-US" dirty="0"/>
              <a:t>SOURCE FREE SERIES RLC CIRCUITS</a:t>
            </a:r>
          </a:p>
        </p:txBody>
      </p:sp>
      <p:sp>
        <p:nvSpPr>
          <p:cNvPr id="98307" name="Slide Number Placeholder 4">
            <a:extLst>
              <a:ext uri="{FF2B5EF4-FFF2-40B4-BE49-F238E27FC236}">
                <a16:creationId xmlns:a16="http://schemas.microsoft.com/office/drawing/2014/main" id="{8B6D1D34-9143-1EF7-B6AA-BA7D9FA724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8D75F895-47E4-4E07-A4F5-9767D3FAB9B5}" type="slidenum">
              <a:rPr lang="en-US" altLang="en-US" sz="1200" smtClean="0">
                <a:solidFill>
                  <a:srgbClr val="D38E27"/>
                </a:solidFill>
              </a:rPr>
              <a:pPr>
                <a:spcBef>
                  <a:spcPct val="0"/>
                </a:spcBef>
                <a:buClrTx/>
                <a:buSzTx/>
                <a:buFontTx/>
                <a:buNone/>
              </a:pPr>
              <a:t>71</a:t>
            </a:fld>
            <a:endParaRPr lang="en-US" altLang="en-US" sz="1200">
              <a:solidFill>
                <a:srgbClr val="D38E27"/>
              </a:solidFill>
            </a:endParaRPr>
          </a:p>
        </p:txBody>
      </p:sp>
      <p:pic>
        <p:nvPicPr>
          <p:cNvPr id="98308" name="Picture 2">
            <a:extLst>
              <a:ext uri="{FF2B5EF4-FFF2-40B4-BE49-F238E27FC236}">
                <a16:creationId xmlns:a16="http://schemas.microsoft.com/office/drawing/2014/main" id="{12FCFF45-27DA-BAA4-CDF5-138209429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09800"/>
            <a:ext cx="6351588"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36F5-96DC-E82A-F48B-DF79E441EA2D}"/>
              </a:ext>
            </a:extLst>
          </p:cNvPr>
          <p:cNvSpPr>
            <a:spLocks noGrp="1"/>
          </p:cNvSpPr>
          <p:nvPr>
            <p:ph type="title"/>
          </p:nvPr>
        </p:nvSpPr>
        <p:spPr/>
        <p:txBody>
          <a:bodyPr/>
          <a:lstStyle/>
          <a:p>
            <a:pPr>
              <a:defRPr/>
            </a:pPr>
            <a:r>
              <a:rPr lang="en-US" dirty="0"/>
              <a:t>OVERDAMPED RESPONSE</a:t>
            </a:r>
          </a:p>
        </p:txBody>
      </p:sp>
      <p:sp>
        <p:nvSpPr>
          <p:cNvPr id="99331" name="Slide Number Placeholder 4">
            <a:extLst>
              <a:ext uri="{FF2B5EF4-FFF2-40B4-BE49-F238E27FC236}">
                <a16:creationId xmlns:a16="http://schemas.microsoft.com/office/drawing/2014/main" id="{CD90E07C-550A-9E01-CB20-1EF0AAC2C30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62473B86-D572-4F17-9980-9D50F74F9807}" type="slidenum">
              <a:rPr lang="en-US" altLang="en-US" sz="1200" smtClean="0">
                <a:solidFill>
                  <a:srgbClr val="D38E27"/>
                </a:solidFill>
              </a:rPr>
              <a:pPr>
                <a:spcBef>
                  <a:spcPct val="0"/>
                </a:spcBef>
                <a:buClrTx/>
                <a:buSzTx/>
                <a:buFontTx/>
                <a:buNone/>
              </a:pPr>
              <a:t>72</a:t>
            </a:fld>
            <a:endParaRPr lang="en-US" altLang="en-US" sz="1200">
              <a:solidFill>
                <a:srgbClr val="D38E27"/>
              </a:solidFill>
            </a:endParaRPr>
          </a:p>
        </p:txBody>
      </p:sp>
      <p:pic>
        <p:nvPicPr>
          <p:cNvPr id="99332" name="Picture 2">
            <a:extLst>
              <a:ext uri="{FF2B5EF4-FFF2-40B4-BE49-F238E27FC236}">
                <a16:creationId xmlns:a16="http://schemas.microsoft.com/office/drawing/2014/main" id="{2007D753-9FBA-0322-EB1A-579E727E5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8413" y="1819275"/>
            <a:ext cx="4067175"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7013-967C-1C40-366C-8745375C8481}"/>
              </a:ext>
            </a:extLst>
          </p:cNvPr>
          <p:cNvSpPr>
            <a:spLocks noGrp="1"/>
          </p:cNvSpPr>
          <p:nvPr>
            <p:ph type="title"/>
          </p:nvPr>
        </p:nvSpPr>
        <p:spPr/>
        <p:txBody>
          <a:bodyPr/>
          <a:lstStyle/>
          <a:p>
            <a:pPr>
              <a:defRPr/>
            </a:pPr>
            <a:r>
              <a:rPr lang="en-US" dirty="0"/>
              <a:t>CRITICALLY DAMPED RESPONSE</a:t>
            </a:r>
          </a:p>
        </p:txBody>
      </p:sp>
      <p:sp>
        <p:nvSpPr>
          <p:cNvPr id="100355" name="Slide Number Placeholder 4">
            <a:extLst>
              <a:ext uri="{FF2B5EF4-FFF2-40B4-BE49-F238E27FC236}">
                <a16:creationId xmlns:a16="http://schemas.microsoft.com/office/drawing/2014/main" id="{80594890-8DA5-A01A-BEE6-CB805EA917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1CF2976B-82CB-48CE-924E-CD327A4FB46C}" type="slidenum">
              <a:rPr lang="en-US" altLang="en-US" sz="1200" smtClean="0">
                <a:solidFill>
                  <a:srgbClr val="D38E27"/>
                </a:solidFill>
              </a:rPr>
              <a:pPr>
                <a:spcBef>
                  <a:spcPct val="0"/>
                </a:spcBef>
                <a:buClrTx/>
                <a:buSzTx/>
                <a:buFontTx/>
                <a:buNone/>
              </a:pPr>
              <a:t>73</a:t>
            </a:fld>
            <a:endParaRPr lang="en-US" altLang="en-US" sz="1200">
              <a:solidFill>
                <a:srgbClr val="D38E27"/>
              </a:solidFill>
            </a:endParaRPr>
          </a:p>
        </p:txBody>
      </p:sp>
      <p:pic>
        <p:nvPicPr>
          <p:cNvPr id="100356" name="Picture 2">
            <a:extLst>
              <a:ext uri="{FF2B5EF4-FFF2-40B4-BE49-F238E27FC236}">
                <a16:creationId xmlns:a16="http://schemas.microsoft.com/office/drawing/2014/main" id="{7BFB7586-19EE-2155-5777-06BFB2777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022475"/>
            <a:ext cx="379095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A0510-9FBA-D1FA-0DC4-AE4B5EEB454B}"/>
              </a:ext>
            </a:extLst>
          </p:cNvPr>
          <p:cNvSpPr>
            <a:spLocks noGrp="1"/>
          </p:cNvSpPr>
          <p:nvPr>
            <p:ph type="title"/>
          </p:nvPr>
        </p:nvSpPr>
        <p:spPr/>
        <p:txBody>
          <a:bodyPr/>
          <a:lstStyle/>
          <a:p>
            <a:pPr>
              <a:defRPr/>
            </a:pPr>
            <a:r>
              <a:rPr lang="en-US" dirty="0"/>
              <a:t>UNDER DAMPED RESPONSE</a:t>
            </a:r>
          </a:p>
        </p:txBody>
      </p:sp>
      <p:sp>
        <p:nvSpPr>
          <p:cNvPr id="101379" name="Slide Number Placeholder 4">
            <a:extLst>
              <a:ext uri="{FF2B5EF4-FFF2-40B4-BE49-F238E27FC236}">
                <a16:creationId xmlns:a16="http://schemas.microsoft.com/office/drawing/2014/main" id="{3B2F9360-97FB-B79C-8B5F-94FF0297EC7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30F210D3-7D55-413B-9CE0-F465F499AEE2}" type="slidenum">
              <a:rPr lang="en-US" altLang="en-US" sz="1200" smtClean="0">
                <a:solidFill>
                  <a:srgbClr val="D38E27"/>
                </a:solidFill>
              </a:rPr>
              <a:pPr>
                <a:spcBef>
                  <a:spcPct val="0"/>
                </a:spcBef>
                <a:buClrTx/>
                <a:buSzTx/>
                <a:buFontTx/>
                <a:buNone/>
              </a:pPr>
              <a:t>74</a:t>
            </a:fld>
            <a:endParaRPr lang="en-US" altLang="en-US" sz="1200">
              <a:solidFill>
                <a:srgbClr val="D38E27"/>
              </a:solidFill>
            </a:endParaRPr>
          </a:p>
        </p:txBody>
      </p:sp>
      <p:pic>
        <p:nvPicPr>
          <p:cNvPr id="101380" name="Picture 2">
            <a:extLst>
              <a:ext uri="{FF2B5EF4-FFF2-40B4-BE49-F238E27FC236}">
                <a16:creationId xmlns:a16="http://schemas.microsoft.com/office/drawing/2014/main" id="{1C2E576B-E9BA-A988-2942-FD90AD6348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2209800"/>
            <a:ext cx="544830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880F-E236-6539-4D23-152CFDD8EBD4}"/>
              </a:ext>
            </a:extLst>
          </p:cNvPr>
          <p:cNvSpPr>
            <a:spLocks noGrp="1"/>
          </p:cNvSpPr>
          <p:nvPr>
            <p:ph type="title"/>
          </p:nvPr>
        </p:nvSpPr>
        <p:spPr/>
        <p:txBody>
          <a:bodyPr/>
          <a:lstStyle/>
          <a:p>
            <a:pPr>
              <a:defRPr/>
            </a:pPr>
            <a:r>
              <a:rPr lang="en-US" dirty="0"/>
              <a:t>Example</a:t>
            </a:r>
          </a:p>
        </p:txBody>
      </p:sp>
      <p:sp>
        <p:nvSpPr>
          <p:cNvPr id="102403" name="Slide Number Placeholder 4">
            <a:extLst>
              <a:ext uri="{FF2B5EF4-FFF2-40B4-BE49-F238E27FC236}">
                <a16:creationId xmlns:a16="http://schemas.microsoft.com/office/drawing/2014/main" id="{BE9B674D-571A-C2D0-503D-B238351F30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0928820E-205B-4761-8A68-DF54832DDD2F}" type="slidenum">
              <a:rPr lang="en-US" altLang="en-US" sz="1200" smtClean="0">
                <a:solidFill>
                  <a:srgbClr val="D38E27"/>
                </a:solidFill>
              </a:rPr>
              <a:pPr>
                <a:spcBef>
                  <a:spcPct val="0"/>
                </a:spcBef>
                <a:buClrTx/>
                <a:buSzTx/>
                <a:buFontTx/>
                <a:buNone/>
              </a:pPr>
              <a:t>75</a:t>
            </a:fld>
            <a:endParaRPr lang="en-US" altLang="en-US" sz="1200">
              <a:solidFill>
                <a:srgbClr val="D38E27"/>
              </a:solidFill>
            </a:endParaRPr>
          </a:p>
        </p:txBody>
      </p:sp>
      <p:pic>
        <p:nvPicPr>
          <p:cNvPr id="102404" name="Picture 5">
            <a:extLst>
              <a:ext uri="{FF2B5EF4-FFF2-40B4-BE49-F238E27FC236}">
                <a16:creationId xmlns:a16="http://schemas.microsoft.com/office/drawing/2014/main" id="{03109100-9EA9-3556-F4B8-DC273494E6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4938" y="1676400"/>
            <a:ext cx="6486525"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FAF85-E34F-AA70-F779-FCBDDCE390CB}"/>
              </a:ext>
            </a:extLst>
          </p:cNvPr>
          <p:cNvSpPr>
            <a:spLocks noGrp="1"/>
          </p:cNvSpPr>
          <p:nvPr>
            <p:ph type="title"/>
          </p:nvPr>
        </p:nvSpPr>
        <p:spPr/>
        <p:txBody>
          <a:bodyPr/>
          <a:lstStyle/>
          <a:p>
            <a:pPr>
              <a:defRPr/>
            </a:pPr>
            <a:r>
              <a:rPr lang="en-US" dirty="0"/>
              <a:t>Solution</a:t>
            </a:r>
          </a:p>
        </p:txBody>
      </p:sp>
      <p:sp>
        <p:nvSpPr>
          <p:cNvPr id="103427" name="Slide Number Placeholder 4">
            <a:extLst>
              <a:ext uri="{FF2B5EF4-FFF2-40B4-BE49-F238E27FC236}">
                <a16:creationId xmlns:a16="http://schemas.microsoft.com/office/drawing/2014/main" id="{28838335-1A9E-C9EB-CC2C-C78DAF2958F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6C433928-81C2-478B-8A1F-F202B4AB4E30}" type="slidenum">
              <a:rPr lang="en-US" altLang="en-US" sz="1200" smtClean="0">
                <a:solidFill>
                  <a:srgbClr val="D38E27"/>
                </a:solidFill>
              </a:rPr>
              <a:pPr>
                <a:spcBef>
                  <a:spcPct val="0"/>
                </a:spcBef>
                <a:buClrTx/>
                <a:buSzTx/>
                <a:buFontTx/>
                <a:buNone/>
              </a:pPr>
              <a:t>76</a:t>
            </a:fld>
            <a:endParaRPr lang="en-US" altLang="en-US" sz="1200">
              <a:solidFill>
                <a:srgbClr val="D38E27"/>
              </a:solidFill>
            </a:endParaRPr>
          </a:p>
        </p:txBody>
      </p:sp>
      <p:pic>
        <p:nvPicPr>
          <p:cNvPr id="103428" name="Picture 5">
            <a:extLst>
              <a:ext uri="{FF2B5EF4-FFF2-40B4-BE49-F238E27FC236}">
                <a16:creationId xmlns:a16="http://schemas.microsoft.com/office/drawing/2014/main" id="{72577671-8C37-B8E0-566E-438F52DE31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752600"/>
            <a:ext cx="271145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9" name="Picture 6">
            <a:extLst>
              <a:ext uri="{FF2B5EF4-FFF2-40B4-BE49-F238E27FC236}">
                <a16:creationId xmlns:a16="http://schemas.microsoft.com/office/drawing/2014/main" id="{6C00E2AC-0C0D-1DCE-420A-2A2142BD53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743200"/>
            <a:ext cx="30480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0" name="Picture 7">
            <a:extLst>
              <a:ext uri="{FF2B5EF4-FFF2-40B4-BE49-F238E27FC236}">
                <a16:creationId xmlns:a16="http://schemas.microsoft.com/office/drawing/2014/main" id="{BD367B22-0297-FEB5-6842-FB8294B02D5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317875"/>
            <a:ext cx="3962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1" name="Picture 8">
            <a:extLst>
              <a:ext uri="{FF2B5EF4-FFF2-40B4-BE49-F238E27FC236}">
                <a16:creationId xmlns:a16="http://schemas.microsoft.com/office/drawing/2014/main" id="{5794D7A3-B83C-9339-18A4-35CCFAFDB50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36713" y="3944938"/>
            <a:ext cx="6592887"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32179-87B1-40EE-CFD1-B0DE527A7507}"/>
              </a:ext>
            </a:extLst>
          </p:cNvPr>
          <p:cNvSpPr>
            <a:spLocks noGrp="1"/>
          </p:cNvSpPr>
          <p:nvPr>
            <p:ph type="title"/>
          </p:nvPr>
        </p:nvSpPr>
        <p:spPr/>
        <p:txBody>
          <a:bodyPr/>
          <a:lstStyle/>
          <a:p>
            <a:pPr>
              <a:defRPr/>
            </a:pPr>
            <a:r>
              <a:rPr lang="en-US" dirty="0"/>
              <a:t>EXAMPLE</a:t>
            </a:r>
          </a:p>
        </p:txBody>
      </p:sp>
      <p:sp>
        <p:nvSpPr>
          <p:cNvPr id="104451" name="Slide Number Placeholder 4">
            <a:extLst>
              <a:ext uri="{FF2B5EF4-FFF2-40B4-BE49-F238E27FC236}">
                <a16:creationId xmlns:a16="http://schemas.microsoft.com/office/drawing/2014/main" id="{567CCECB-0925-E68C-678A-0CBD7DB63E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4A66153A-0642-447D-9FD0-94832581AF6C}" type="slidenum">
              <a:rPr lang="en-US" altLang="en-US" sz="1200" smtClean="0">
                <a:solidFill>
                  <a:srgbClr val="D38E27"/>
                </a:solidFill>
              </a:rPr>
              <a:pPr>
                <a:spcBef>
                  <a:spcPct val="0"/>
                </a:spcBef>
                <a:buClrTx/>
                <a:buSzTx/>
                <a:buFontTx/>
                <a:buNone/>
              </a:pPr>
              <a:t>77</a:t>
            </a:fld>
            <a:endParaRPr lang="en-US" altLang="en-US" sz="1200">
              <a:solidFill>
                <a:srgbClr val="D38E27"/>
              </a:solidFill>
            </a:endParaRPr>
          </a:p>
        </p:txBody>
      </p:sp>
      <p:pic>
        <p:nvPicPr>
          <p:cNvPr id="104452" name="Picture 3">
            <a:extLst>
              <a:ext uri="{FF2B5EF4-FFF2-40B4-BE49-F238E27FC236}">
                <a16:creationId xmlns:a16="http://schemas.microsoft.com/office/drawing/2014/main" id="{90D2CAF9-7A30-236E-334E-5A045E71E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524000"/>
            <a:ext cx="67167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3" name="Picture 4">
            <a:extLst>
              <a:ext uri="{FF2B5EF4-FFF2-40B4-BE49-F238E27FC236}">
                <a16:creationId xmlns:a16="http://schemas.microsoft.com/office/drawing/2014/main" id="{2D7BA016-4BB2-C848-CADD-E536B4757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547938"/>
            <a:ext cx="291465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6041A-7E8B-87D7-ECCF-418ED37E1156}"/>
              </a:ext>
            </a:extLst>
          </p:cNvPr>
          <p:cNvSpPr>
            <a:spLocks noGrp="1"/>
          </p:cNvSpPr>
          <p:nvPr>
            <p:ph type="title"/>
          </p:nvPr>
        </p:nvSpPr>
        <p:spPr/>
        <p:txBody>
          <a:bodyPr/>
          <a:lstStyle/>
          <a:p>
            <a:pPr>
              <a:defRPr/>
            </a:pPr>
            <a:r>
              <a:rPr lang="en-US" dirty="0"/>
              <a:t>SOLUTION</a:t>
            </a:r>
          </a:p>
        </p:txBody>
      </p:sp>
      <p:sp>
        <p:nvSpPr>
          <p:cNvPr id="105475" name="Slide Number Placeholder 4">
            <a:extLst>
              <a:ext uri="{FF2B5EF4-FFF2-40B4-BE49-F238E27FC236}">
                <a16:creationId xmlns:a16="http://schemas.microsoft.com/office/drawing/2014/main" id="{F3E7924D-0049-09AD-11C8-B1245DCA955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sz="2000">
                <a:solidFill>
                  <a:schemeClr val="tx2"/>
                </a:solidFill>
                <a:latin typeface="Franklin Gothic Book" panose="020B0503020102020204" pitchFamily="34" charset="0"/>
              </a:defRPr>
            </a:lvl9pPr>
          </a:lstStyle>
          <a:p>
            <a:pPr>
              <a:spcBef>
                <a:spcPct val="0"/>
              </a:spcBef>
              <a:buClrTx/>
              <a:buSzTx/>
              <a:buFontTx/>
              <a:buNone/>
            </a:pPr>
            <a:fld id="{63AFFDC3-8AD0-436C-9719-F0F1DD65FC9B}" type="slidenum">
              <a:rPr lang="en-US" altLang="en-US" sz="1200" smtClean="0">
                <a:solidFill>
                  <a:srgbClr val="D38E27"/>
                </a:solidFill>
              </a:rPr>
              <a:pPr>
                <a:spcBef>
                  <a:spcPct val="0"/>
                </a:spcBef>
                <a:buClrTx/>
                <a:buSzTx/>
                <a:buFontTx/>
                <a:buNone/>
              </a:pPr>
              <a:t>78</a:t>
            </a:fld>
            <a:endParaRPr lang="en-US" altLang="en-US" sz="1200">
              <a:solidFill>
                <a:srgbClr val="D38E27"/>
              </a:solidFill>
            </a:endParaRPr>
          </a:p>
        </p:txBody>
      </p:sp>
      <p:pic>
        <p:nvPicPr>
          <p:cNvPr id="105476" name="Picture 2">
            <a:extLst>
              <a:ext uri="{FF2B5EF4-FFF2-40B4-BE49-F238E27FC236}">
                <a16:creationId xmlns:a16="http://schemas.microsoft.com/office/drawing/2014/main" id="{608AA402-9318-6093-DF20-EEF237029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447800"/>
            <a:ext cx="15525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3">
            <a:extLst>
              <a:ext uri="{FF2B5EF4-FFF2-40B4-BE49-F238E27FC236}">
                <a16:creationId xmlns:a16="http://schemas.microsoft.com/office/drawing/2014/main" id="{FB0AA1DB-F459-C774-A2BB-0B2675B72B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438400"/>
            <a:ext cx="289083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8" name="Picture 4">
            <a:extLst>
              <a:ext uri="{FF2B5EF4-FFF2-40B4-BE49-F238E27FC236}">
                <a16:creationId xmlns:a16="http://schemas.microsoft.com/office/drawing/2014/main" id="{DD86AE5C-5FC2-37F8-64BC-7AC77E988C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3109913"/>
            <a:ext cx="19335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9" name="Picture 5">
            <a:extLst>
              <a:ext uri="{FF2B5EF4-FFF2-40B4-BE49-F238E27FC236}">
                <a16:creationId xmlns:a16="http://schemas.microsoft.com/office/drawing/2014/main" id="{000EA5E9-615A-CD1D-8A48-3EDA8521A9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4038600"/>
            <a:ext cx="1704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80" name="Picture 6">
            <a:extLst>
              <a:ext uri="{FF2B5EF4-FFF2-40B4-BE49-F238E27FC236}">
                <a16:creationId xmlns:a16="http://schemas.microsoft.com/office/drawing/2014/main" id="{73F82A75-F1F8-4E28-3C27-2343B6874E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4572000"/>
            <a:ext cx="40957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emplate>Bjorn</Template>
  <TotalTime>7985</TotalTime>
  <Words>2595</Words>
  <Application>Microsoft Office PowerPoint</Application>
  <PresentationFormat>On-screen Show (4:3)</PresentationFormat>
  <Paragraphs>376</Paragraphs>
  <Slides>78</Slides>
  <Notes>12</Notes>
  <HiddenSlides>0</HiddenSlides>
  <MMClips>0</MMClip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Trek</vt:lpstr>
      <vt:lpstr>DYNAMIC CIRCUIT BEHAVIOR, OSCILLATIONS </vt:lpstr>
      <vt:lpstr>BASIC THEORY OF CAPACITORS AND INDUCTORS</vt:lpstr>
      <vt:lpstr>BASIC THEORY OF CAPACITORS AND INDUCTORS</vt:lpstr>
      <vt:lpstr>BASIC THEORY OF CAPACITORS AND INDUCTORS</vt:lpstr>
      <vt:lpstr>BASIC THEORY OF CAPACITORS AND INDUCTORS</vt:lpstr>
      <vt:lpstr>BASIC THEORY OF CAPACITORS AND INDUCTORS</vt:lpstr>
      <vt:lpstr>BASIC THEORY OF CAPACITORS AND INDUCTORS</vt:lpstr>
      <vt:lpstr>BASIC THEORY OF CAPACITORS AND INDUCTORS</vt:lpstr>
      <vt:lpstr>BASIC THEORY OF CAPACITORS AND INDUCTORS</vt:lpstr>
      <vt:lpstr>EXAMPLE 6.5</vt:lpstr>
      <vt:lpstr>SERIES AND PARALLEL CAPACITORS</vt:lpstr>
      <vt:lpstr>SERIES AND PARALLEL CAPACITORS</vt:lpstr>
      <vt:lpstr>SERIES AND PARALLEL CAPACITORS</vt:lpstr>
      <vt:lpstr>SERIES AND PARALLEL CAPACITORS</vt:lpstr>
      <vt:lpstr>SERIES AND PARALLEL CAPACITORS</vt:lpstr>
      <vt:lpstr>INDUCTORS</vt:lpstr>
      <vt:lpstr>INDUCTORS</vt:lpstr>
      <vt:lpstr>INDUCTORS</vt:lpstr>
      <vt:lpstr>INDUCTORS</vt:lpstr>
      <vt:lpstr>INDUCTORS</vt:lpstr>
      <vt:lpstr>INDUCTORS</vt:lpstr>
      <vt:lpstr>INDUCTORS</vt:lpstr>
      <vt:lpstr>SERIES AND PARALLEL INDUCTORS</vt:lpstr>
      <vt:lpstr>SERIES AND PARALLEL INDUCTORS</vt:lpstr>
      <vt:lpstr>SERIES AND PARALLEL INDUCTORS</vt:lpstr>
      <vt:lpstr>ELECTRICAL OSCILLATIONS LC CIRCUIT</vt:lpstr>
      <vt:lpstr>An electromagnetic oscillator</vt:lpstr>
      <vt:lpstr>PowerPoint Presentation</vt:lpstr>
      <vt:lpstr>Electric Oscillators: the math</vt:lpstr>
      <vt:lpstr>Electric Oscillators: the math</vt:lpstr>
      <vt:lpstr>Example 1 : tuning a radio receiver</vt:lpstr>
      <vt:lpstr>Example 2</vt:lpstr>
      <vt:lpstr>Example 4</vt:lpstr>
      <vt:lpstr>Damped LC Oscillator</vt:lpstr>
      <vt:lpstr>ASSIGNMENT</vt:lpstr>
      <vt:lpstr>Summary</vt:lpstr>
      <vt:lpstr>TRANSIENT</vt:lpstr>
      <vt:lpstr>PowerPoint Presentation</vt:lpstr>
      <vt:lpstr>RESPONSE OF RC CIRCUIT</vt:lpstr>
      <vt:lpstr>SOURCE FREE RC CIRCUITS</vt:lpstr>
      <vt:lpstr>SOURCE FREE RC CIRCUITS</vt:lpstr>
      <vt:lpstr>SOURCE FREE RC CIRCUITS</vt:lpstr>
      <vt:lpstr>SOURCE FREE RC CIRCUITS</vt:lpstr>
      <vt:lpstr>SOURCE FREE RC CIRCUITS</vt:lpstr>
      <vt:lpstr>EXAMPLE</vt:lpstr>
      <vt:lpstr>SOURCE FREE RL CIRCUITS</vt:lpstr>
      <vt:lpstr>SOURCE FREE RL CIRCUITS</vt:lpstr>
      <vt:lpstr>SOURCE FREE RL CIRCUITS</vt:lpstr>
      <vt:lpstr>SOURCE FREE RL CIRCUITS</vt:lpstr>
      <vt:lpstr>SOURCE FREE RL CIRCUITS</vt:lpstr>
      <vt:lpstr>SOURCE FREE RL CIRCUITS</vt:lpstr>
      <vt:lpstr>example</vt:lpstr>
      <vt:lpstr>Forced response of an RC circuit</vt:lpstr>
      <vt:lpstr>Forced response of an RC circuit</vt:lpstr>
      <vt:lpstr>Forced response of an RC circuit</vt:lpstr>
      <vt:lpstr>Forced response of an RC circuit</vt:lpstr>
      <vt:lpstr>Forced response of an RC circuit</vt:lpstr>
      <vt:lpstr>Forced response of an RC circuit</vt:lpstr>
      <vt:lpstr>Forced response of an RC circuit</vt:lpstr>
      <vt:lpstr>Forced response of an RL circuit</vt:lpstr>
      <vt:lpstr>Forced response of an RL circuit</vt:lpstr>
      <vt:lpstr>Forced response of an RL circuit</vt:lpstr>
      <vt:lpstr>What is second order?</vt:lpstr>
      <vt:lpstr>SOURCE FREE SERIES RLC CIRCUITS</vt:lpstr>
      <vt:lpstr>SOURCE FREE SERIES RLC CIRCUITS</vt:lpstr>
      <vt:lpstr>SOURCE FREE SERIES RLC CIRCUITS</vt:lpstr>
      <vt:lpstr>SOURCE FREE SERIES RLC CIRCUITS</vt:lpstr>
      <vt:lpstr>SOURCE FREE SERIES RLC CIRCUITS</vt:lpstr>
      <vt:lpstr>SOURCE FREE SERIES RLC CIRCUITS</vt:lpstr>
      <vt:lpstr>SOURCE FREE SERIES RLC CIRCUITS</vt:lpstr>
      <vt:lpstr>SOURCE FREE SERIES RLC CIRCUITS</vt:lpstr>
      <vt:lpstr>OVERDAMPED RESPONSE</vt:lpstr>
      <vt:lpstr>CRITICALLY DAMPED RESPONSE</vt:lpstr>
      <vt:lpstr>UNDER DAMPED RESPONSE</vt:lpstr>
      <vt:lpstr>Example</vt:lpstr>
      <vt:lpstr>Solution</vt:lpstr>
      <vt:lpstr>EXAMPLE</vt:lpstr>
      <vt:lpstr>SOLUTION</vt:lpstr>
    </vt:vector>
  </TitlesOfParts>
  <Company>Deftones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CAPACITORS and INDUCTORS</dc:title>
  <dc:creator>Haseeb</dc:creator>
  <cp:lastModifiedBy>Ismaila Hassan</cp:lastModifiedBy>
  <cp:revision>135</cp:revision>
  <dcterms:created xsi:type="dcterms:W3CDTF">2014-10-12T07:04:15Z</dcterms:created>
  <dcterms:modified xsi:type="dcterms:W3CDTF">2026-09-11T13:03:37Z</dcterms:modified>
</cp:coreProperties>
</file>